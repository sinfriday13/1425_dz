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handoutMasterIdLst>
    <p:handoutMasterId r:id="rId16"/>
  </p:handoutMasterIdLst>
  <p:sldIdLst>
    <p:sldId id="264" r:id="rId5"/>
    <p:sldId id="293" r:id="rId6"/>
    <p:sldId id="275" r:id="rId7"/>
    <p:sldId id="288" r:id="rId8"/>
    <p:sldId id="286" r:id="rId9"/>
    <p:sldId id="295" r:id="rId10"/>
    <p:sldId id="289" r:id="rId11"/>
    <p:sldId id="271" r:id="rId12"/>
    <p:sldId id="294" r:id="rId13"/>
    <p:sldId id="298" r:id="rId14"/>
  </p:sldIdLst>
  <p:sldSz cx="12188825" cy="6858000"/>
  <p:notesSz cx="6858000" cy="9144000"/>
  <p:defaultTextStyle>
    <a:defPPr rtl="0">
      <a:defRPr lang="ru-RU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09BF9-FEF6-4C3A-90D1-A795198F56CC}" v="290" dt="2025-03-23T16:26:30.494"/>
  </p1510:revLst>
</p1510:revInfo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340" autoAdjust="0"/>
  </p:normalViewPr>
  <p:slideViewPr>
    <p:cSldViewPr showGuides="1">
      <p:cViewPr varScale="1">
        <p:scale>
          <a:sx n="105" d="100"/>
          <a:sy n="105" d="100"/>
        </p:scale>
        <p:origin x="834" y="90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232" y="29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973C59C-4E16-4A64-A766-34DB213E11B3}" type="datetimeFigureOut">
              <a:rPr lang="en-US">
                <a:solidFill>
                  <a:schemeClr val="tx2"/>
                </a:solidFill>
              </a:rPr>
              <a:t>3/23/2025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Заполнитель нижнего колонтитула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dirty="0"/>
          </a:p>
        </p:txBody>
      </p:sp>
      <p:sp>
        <p:nvSpPr>
          <p:cNvPr id="3" name="Заполнитель даты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F95CF31C-F757-429C-A789-86504F04C3BE}" type="datetimeFigureOut">
              <a:rPr lang="en-US"/>
              <a:pPr rtl="0"/>
              <a:t>3/23/2025</a:t>
            </a:fld>
            <a:endParaRPr dirty="0"/>
          </a:p>
        </p:txBody>
      </p:sp>
      <p:sp>
        <p:nvSpPr>
          <p:cNvPr id="4" name="Заполнитель образа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Щелкните, чтобы изменить стили текста образца слайда</a:t>
            </a:r>
          </a:p>
          <a:p>
            <a:pPr lvl="1" rtl="0"/>
            <a:r>
              <a:t>Второй уровень</a:t>
            </a:r>
          </a:p>
          <a:p>
            <a:pPr lvl="2" rtl="0"/>
            <a:r>
              <a:t>Третий уровень</a:t>
            </a:r>
          </a:p>
          <a:p>
            <a:pPr lvl="3" rtl="0"/>
            <a:r>
              <a:t>Четвертый уровень</a:t>
            </a:r>
          </a:p>
          <a:p>
            <a:pPr lvl="4" rtl="0"/>
            <a:r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 rtl="0"/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pPr rtl="0"/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Только заголовок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Размытый розово-голубой фон&#10;&#10;Описание создано автоматически">
            <a:extLst>
              <a:ext uri="{FF2B5EF4-FFF2-40B4-BE49-F238E27FC236}">
                <a16:creationId xmlns:a16="http://schemas.microsoft.com/office/drawing/2014/main" id="{1FF676E6-2425-F67F-0EEC-8F749E8809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2A51F0-4EDD-D5BD-4420-626AF4E5B085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F8FF9F6-4E70-E6C5-D80D-23D1CA6C2D50}"/>
              </a:ext>
            </a:extLst>
          </p:cNvPr>
          <p:cNvSpPr/>
          <p:nvPr userDrawn="1"/>
        </p:nvSpPr>
        <p:spPr>
          <a:xfrm rot="5400000">
            <a:off x="1393710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604F351-EFC7-94BF-D3DC-96B40AFD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 rtlCol="0" anchor="ctr">
            <a:normAutofit/>
          </a:bodyPr>
          <a:lstStyle>
            <a:lvl1pPr algn="ctr">
              <a:defRPr sz="7200" b="0" cap="none" baseline="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317F37F-F77E-B2B4-ED11-F009D168EC6B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B3D5C16D-FA81-BAC7-0697-0DC6036320D4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8E4D3F4-28B2-6053-807F-F0A3DC654A52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637AC55E-9114-0424-F015-468AE208E11A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6D70DED-121C-AA55-4D65-9A4BAC7C6AD8}"/>
              </a:ext>
            </a:extLst>
          </p:cNvPr>
          <p:cNvCxnSpPr/>
          <p:nvPr userDrawn="1"/>
        </p:nvCxnSpPr>
        <p:spPr>
          <a:xfrm>
            <a:off x="684212" y="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ABAC8F9-7E2E-E7EC-2481-CA1441D567F8}"/>
              </a:ext>
            </a:extLst>
          </p:cNvPr>
          <p:cNvCxnSpPr/>
          <p:nvPr userDrawn="1"/>
        </p:nvCxnSpPr>
        <p:spPr>
          <a:xfrm>
            <a:off x="11504613" y="-3810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4C1510C2-44EE-C940-5D46-21C4892557A2}"/>
              </a:ext>
            </a:extLst>
          </p:cNvPr>
          <p:cNvSpPr/>
          <p:nvPr userDrawn="1"/>
        </p:nvSpPr>
        <p:spPr>
          <a:xfrm rot="16200000">
            <a:off x="2588417" y="456405"/>
            <a:ext cx="7010400" cy="6097590"/>
          </a:xfrm>
          <a:custGeom>
            <a:avLst/>
            <a:gdLst>
              <a:gd name="connsiteX0" fmla="*/ 6610424 w 6610424"/>
              <a:gd name="connsiteY0" fmla="*/ 3048796 h 6097590"/>
              <a:gd name="connsiteX1" fmla="*/ 3890772 w 6610424"/>
              <a:gd name="connsiteY1" fmla="*/ 6093623 h 6097590"/>
              <a:gd name="connsiteX2" fmla="*/ 3744554 w 6610424"/>
              <a:gd name="connsiteY2" fmla="*/ 6097555 h 6097590"/>
              <a:gd name="connsiteX3" fmla="*/ 3744554 w 6610424"/>
              <a:gd name="connsiteY3" fmla="*/ 6097590 h 6097590"/>
              <a:gd name="connsiteX4" fmla="*/ 3743227 w 6610424"/>
              <a:gd name="connsiteY4" fmla="*/ 6097590 h 6097590"/>
              <a:gd name="connsiteX5" fmla="*/ 0 w 6610424"/>
              <a:gd name="connsiteY5" fmla="*/ 6097589 h 6097590"/>
              <a:gd name="connsiteX6" fmla="*/ 0 w 6610424"/>
              <a:gd name="connsiteY6" fmla="*/ 0 h 6097590"/>
              <a:gd name="connsiteX7" fmla="*/ 3743228 w 6610424"/>
              <a:gd name="connsiteY7" fmla="*/ 1 h 6097590"/>
              <a:gd name="connsiteX8" fmla="*/ 3744555 w 6610424"/>
              <a:gd name="connsiteY8" fmla="*/ 1 h 6097590"/>
              <a:gd name="connsiteX9" fmla="*/ 3744555 w 6610424"/>
              <a:gd name="connsiteY9" fmla="*/ 36 h 6097590"/>
              <a:gd name="connsiteX10" fmla="*/ 3890773 w 6610424"/>
              <a:gd name="connsiteY10" fmla="*/ 3968 h 6097590"/>
              <a:gd name="connsiteX11" fmla="*/ 6610424 w 6610424"/>
              <a:gd name="connsiteY11" fmla="*/ 3048796 h 6097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10424" h="6097590">
                <a:moveTo>
                  <a:pt x="6610424" y="3048796"/>
                </a:moveTo>
                <a:cubicBezTo>
                  <a:pt x="6610424" y="4679979"/>
                  <a:pt x="5405713" y="6011968"/>
                  <a:pt x="3890772" y="6093623"/>
                </a:cubicBezTo>
                <a:lnTo>
                  <a:pt x="3744554" y="6097555"/>
                </a:lnTo>
                <a:lnTo>
                  <a:pt x="3744554" y="6097590"/>
                </a:lnTo>
                <a:lnTo>
                  <a:pt x="3743227" y="6097590"/>
                </a:lnTo>
                <a:lnTo>
                  <a:pt x="0" y="6097589"/>
                </a:lnTo>
                <a:lnTo>
                  <a:pt x="0" y="0"/>
                </a:lnTo>
                <a:lnTo>
                  <a:pt x="3743228" y="1"/>
                </a:lnTo>
                <a:lnTo>
                  <a:pt x="3744555" y="1"/>
                </a:lnTo>
                <a:lnTo>
                  <a:pt x="3744555" y="36"/>
                </a:lnTo>
                <a:lnTo>
                  <a:pt x="3890773" y="3968"/>
                </a:lnTo>
                <a:cubicBezTo>
                  <a:pt x="5405714" y="85624"/>
                  <a:pt x="6610425" y="1417612"/>
                  <a:pt x="6610424" y="3048796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86B6DC9-6EDA-8E62-10CA-A5D8F575D99C}"/>
              </a:ext>
            </a:extLst>
          </p:cNvPr>
          <p:cNvSpPr/>
          <p:nvPr userDrawn="1"/>
        </p:nvSpPr>
        <p:spPr>
          <a:xfrm rot="5400000">
            <a:off x="10564921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0" name="Замещающий текст 19">
            <a:extLst>
              <a:ext uri="{FF2B5EF4-FFF2-40B4-BE49-F238E27FC236}">
                <a16:creationId xmlns:a16="http://schemas.microsoft.com/office/drawing/2014/main" id="{8392C5BB-4C0A-FD2B-3AAF-4B66600606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 rtl="0"/>
            <a:r>
              <a:rPr lang="ru"/>
              <a:t>Щелкните, чтобы изменить стили образца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3103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Лицо человека крупным планом&#10;&#10;Описание создано автоматически">
            <a:extLst>
              <a:ext uri="{FF2B5EF4-FFF2-40B4-BE49-F238E27FC236}">
                <a16:creationId xmlns:a16="http://schemas.microsoft.com/office/drawing/2014/main" id="{998E10DA-9535-2CE7-12A4-77E2208E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7BD2080-AB1F-7102-346E-BFA8CE0BAF44}"/>
              </a:ext>
            </a:extLst>
          </p:cNvPr>
          <p:cNvSpPr/>
          <p:nvPr userDrawn="1"/>
        </p:nvSpPr>
        <p:spPr>
          <a:xfrm>
            <a:off x="-1588" y="0"/>
            <a:ext cx="12217620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 lIns="0" rtlCol="0">
            <a:normAutofit/>
          </a:bodyPr>
          <a:lstStyle>
            <a:lvl1pPr>
              <a:defRPr sz="660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27" name="Замещающая рамка рисунка 26">
            <a:extLst>
              <a:ext uri="{FF2B5EF4-FFF2-40B4-BE49-F238E27FC236}">
                <a16:creationId xmlns:a16="http://schemas.microsoft.com/office/drawing/2014/main" id="{8D3D8D05-9BE1-F22A-0950-AA725685DE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775" y="17527"/>
            <a:ext cx="3944303" cy="6822059"/>
          </a:xfrm>
          <a:custGeom>
            <a:avLst/>
            <a:gdLst>
              <a:gd name="connsiteX0" fmla="*/ 0 w 3944303"/>
              <a:gd name="connsiteY0" fmla="*/ 6402705 h 6822059"/>
              <a:gd name="connsiteX1" fmla="*/ 3944303 w 3944303"/>
              <a:gd name="connsiteY1" fmla="*/ 6402705 h 6822059"/>
              <a:gd name="connsiteX2" fmla="*/ 3944303 w 3944303"/>
              <a:gd name="connsiteY2" fmla="*/ 6822059 h 6822059"/>
              <a:gd name="connsiteX3" fmla="*/ 0 w 3944303"/>
              <a:gd name="connsiteY3" fmla="*/ 6822059 h 6822059"/>
              <a:gd name="connsiteX4" fmla="*/ 0 w 3944303"/>
              <a:gd name="connsiteY4" fmla="*/ 457200 h 6822059"/>
              <a:gd name="connsiteX5" fmla="*/ 3944303 w 3944303"/>
              <a:gd name="connsiteY5" fmla="*/ 457200 h 6822059"/>
              <a:gd name="connsiteX6" fmla="*/ 3944303 w 3944303"/>
              <a:gd name="connsiteY6" fmla="*/ 6366129 h 6822059"/>
              <a:gd name="connsiteX7" fmla="*/ 0 w 3944303"/>
              <a:gd name="connsiteY7" fmla="*/ 6366129 h 6822059"/>
              <a:gd name="connsiteX8" fmla="*/ 0 w 3944303"/>
              <a:gd name="connsiteY8" fmla="*/ 0 h 6822059"/>
              <a:gd name="connsiteX9" fmla="*/ 3944303 w 3944303"/>
              <a:gd name="connsiteY9" fmla="*/ 0 h 6822059"/>
              <a:gd name="connsiteX10" fmla="*/ 3944303 w 3944303"/>
              <a:gd name="connsiteY10" fmla="*/ 420624 h 6822059"/>
              <a:gd name="connsiteX11" fmla="*/ 0 w 3944303"/>
              <a:gd name="connsiteY11" fmla="*/ 420624 h 682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4303" h="6822059">
                <a:moveTo>
                  <a:pt x="0" y="6402705"/>
                </a:moveTo>
                <a:lnTo>
                  <a:pt x="3944303" y="6402705"/>
                </a:lnTo>
                <a:lnTo>
                  <a:pt x="3944303" y="6822059"/>
                </a:lnTo>
                <a:lnTo>
                  <a:pt x="0" y="6822059"/>
                </a:lnTo>
                <a:close/>
                <a:moveTo>
                  <a:pt x="0" y="457200"/>
                </a:moveTo>
                <a:lnTo>
                  <a:pt x="3944303" y="457200"/>
                </a:lnTo>
                <a:lnTo>
                  <a:pt x="3944303" y="6366129"/>
                </a:lnTo>
                <a:lnTo>
                  <a:pt x="0" y="6366129"/>
                </a:lnTo>
                <a:close/>
                <a:moveTo>
                  <a:pt x="0" y="0"/>
                </a:moveTo>
                <a:lnTo>
                  <a:pt x="3944303" y="0"/>
                </a:lnTo>
                <a:lnTo>
                  <a:pt x="3944303" y="420624"/>
                </a:lnTo>
                <a:lnTo>
                  <a:pt x="0" y="420624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 lIns="0" rtlCol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4" name="Заполнитель даты 3"/>
          <p:cNvSpPr>
            <a:spLocks noGrp="1"/>
          </p:cNvSpPr>
          <p:nvPr>
            <p:ph type="dt" sz="half" idx="10"/>
          </p:nvPr>
        </p:nvSpPr>
        <p:spPr>
          <a:xfrm>
            <a:off x="1598611" y="6400801"/>
            <a:ext cx="2261183" cy="320675"/>
          </a:xfrm>
        </p:spPr>
        <p:txBody>
          <a:bodyPr rtlCol="0"/>
          <a:lstStyle/>
          <a:p>
            <a:pPr rtl="0"/>
            <a:r>
              <a:rPr lang="ru"/>
              <a:t>20ГГ</a:t>
            </a:r>
            <a:endParaRPr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226789" y="6400801"/>
            <a:ext cx="5897354" cy="320675"/>
          </a:xfrm>
        </p:spPr>
        <p:txBody>
          <a:bodyPr rtlCol="0"/>
          <a:lstStyle/>
          <a:p>
            <a:pPr rtl="0"/>
            <a:endParaRPr dirty="0"/>
          </a:p>
        </p:txBody>
      </p:sp>
      <p:sp>
        <p:nvSpPr>
          <p:cNvPr id="6" name="Заполнитель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A60BA0E-20D0-4E7C-B286-26C960A6788F}" type="slidenum">
              <a:rPr/>
              <a:t>‹#›</a:t>
            </a:fld>
            <a:endParaRPr dirty="0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18F0E7C2-55D0-0101-27E8-8B50E1CC9127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089CAC83-CB67-27E0-8EA6-F6F6E5ED0A72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9B5987-80DF-3755-E667-EE2DB6CBE948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2203C55-C315-E7C9-EED2-083974459E49}"/>
              </a:ext>
            </a:extLst>
          </p:cNvPr>
          <p:cNvSpPr/>
          <p:nvPr userDrawn="1"/>
        </p:nvSpPr>
        <p:spPr>
          <a:xfrm>
            <a:off x="10534141" y="521208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52A737DF-4AE3-6F7F-1733-661D65713695}"/>
              </a:ext>
            </a:extLst>
          </p:cNvPr>
          <p:cNvSpPr/>
          <p:nvPr userDrawn="1"/>
        </p:nvSpPr>
        <p:spPr>
          <a:xfrm>
            <a:off x="10542905" y="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A0A398A-1AC9-796E-82A1-0C222945767B}"/>
              </a:ext>
            </a:extLst>
          </p:cNvPr>
          <p:cNvCxnSpPr>
            <a:cxnSpLocks/>
          </p:cNvCxnSpPr>
          <p:nvPr userDrawn="1"/>
        </p:nvCxnSpPr>
        <p:spPr>
          <a:xfrm>
            <a:off x="4189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имое 1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Розово-голубое небо&#10;&#10;Описание создано автоматически">
            <a:extLst>
              <a:ext uri="{FF2B5EF4-FFF2-40B4-BE49-F238E27FC236}">
                <a16:creationId xmlns:a16="http://schemas.microsoft.com/office/drawing/2014/main" id="{8802D68A-113C-2517-2CD9-13E53689A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E1447D-A85A-1FDD-A4EB-285B03340F5A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10800000">
            <a:off x="37941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9FF5511-C846-7753-89F4-336271EB5ACE}"/>
              </a:ext>
            </a:extLst>
          </p:cNvPr>
          <p:cNvSpPr/>
          <p:nvPr userDrawn="1"/>
        </p:nvSpPr>
        <p:spPr>
          <a:xfrm rot="10800000">
            <a:off x="11580811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322F574C-CEE3-35B3-8823-3789F16B121E}"/>
              </a:ext>
            </a:extLst>
          </p:cNvPr>
          <p:cNvSpPr/>
          <p:nvPr userDrawn="1"/>
        </p:nvSpPr>
        <p:spPr>
          <a:xfrm>
            <a:off x="-77788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A785D198-1D22-86F8-E96A-097BBAAC1A7A}"/>
              </a:ext>
            </a:extLst>
          </p:cNvPr>
          <p:cNvSpPr/>
          <p:nvPr userDrawn="1"/>
        </p:nvSpPr>
        <p:spPr>
          <a:xfrm rot="10800000">
            <a:off x="10895015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CC2E6B60-AE17-8497-E916-51A823F1906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77D34B1-6239-4039-3823-A32D4693CAE2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95015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CF4492CE-9DFD-B642-74A0-499E933F80A5}"/>
              </a:ext>
            </a:extLst>
          </p:cNvPr>
          <p:cNvSpPr/>
          <p:nvPr userDrawn="1"/>
        </p:nvSpPr>
        <p:spPr>
          <a:xfrm>
            <a:off x="1307414" y="-76200"/>
            <a:ext cx="9573996" cy="6992620"/>
          </a:xfrm>
          <a:custGeom>
            <a:avLst/>
            <a:gdLst>
              <a:gd name="connsiteX0" fmla="*/ 1528240 w 9573996"/>
              <a:gd name="connsiteY0" fmla="*/ 0 h 6992620"/>
              <a:gd name="connsiteX1" fmla="*/ 8045757 w 9573996"/>
              <a:gd name="connsiteY1" fmla="*/ 0 h 6992620"/>
              <a:gd name="connsiteX2" fmla="*/ 8171917 w 9573996"/>
              <a:gd name="connsiteY2" fmla="*/ 120282 h 6992620"/>
              <a:gd name="connsiteX3" fmla="*/ 9573996 w 9573996"/>
              <a:gd name="connsiteY3" fmla="*/ 3505201 h 6992620"/>
              <a:gd name="connsiteX4" fmla="*/ 8171917 w 9573996"/>
              <a:gd name="connsiteY4" fmla="*/ 6890120 h 6992620"/>
              <a:gd name="connsiteX5" fmla="*/ 8064408 w 9573996"/>
              <a:gd name="connsiteY5" fmla="*/ 6992620 h 6992620"/>
              <a:gd name="connsiteX6" fmla="*/ 1509589 w 9573996"/>
              <a:gd name="connsiteY6" fmla="*/ 6992620 h 6992620"/>
              <a:gd name="connsiteX7" fmla="*/ 1402080 w 9573996"/>
              <a:gd name="connsiteY7" fmla="*/ 6890120 h 6992620"/>
              <a:gd name="connsiteX8" fmla="*/ 0 w 9573996"/>
              <a:gd name="connsiteY8" fmla="*/ 3505201 h 6992620"/>
              <a:gd name="connsiteX9" fmla="*/ 1402080 w 9573996"/>
              <a:gd name="connsiteY9" fmla="*/ 120282 h 699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699262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64408" y="6992620"/>
                </a:lnTo>
                <a:lnTo>
                  <a:pt x="1509589" y="699262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AB6F497-1C9D-E66E-161A-8332537B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 lIns="0"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704B4570-973D-13F6-0C58-91F949284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lIns="0" rtlCol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14" name="Заполнитель даты 13">
            <a:extLst>
              <a:ext uri="{FF2B5EF4-FFF2-40B4-BE49-F238E27FC236}">
                <a16:creationId xmlns:a16="http://schemas.microsoft.com/office/drawing/2014/main" id="{58D04D42-191E-2227-2B1B-E1389432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309" y="6400801"/>
            <a:ext cx="1828800" cy="320675"/>
          </a:xfrm>
        </p:spPr>
        <p:txBody>
          <a:bodyPr rtlCol="0"/>
          <a:lstStyle/>
          <a:p>
            <a:pPr rtl="0"/>
            <a:r>
              <a:rPr lang="ru"/>
              <a:t>20ГГ</a:t>
            </a:r>
            <a:endParaRPr lang="en-US" dirty="0"/>
          </a:p>
        </p:txBody>
      </p:sp>
      <p:sp>
        <p:nvSpPr>
          <p:cNvPr id="15" name="Заполнитель нижнего колонтитула 14">
            <a:extLst>
              <a:ext uri="{FF2B5EF4-FFF2-40B4-BE49-F238E27FC236}">
                <a16:creationId xmlns:a16="http://schemas.microsoft.com/office/drawing/2014/main" id="{72B7CDE2-D55F-1AD0-2F10-D98D71BC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6262" y="6400801"/>
            <a:ext cx="6216301" cy="32067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6" name="Заполнитель номера слайда 15">
            <a:extLst>
              <a:ext uri="{FF2B5EF4-FFF2-40B4-BE49-F238E27FC236}">
                <a16:creationId xmlns:a16="http://schemas.microsoft.com/office/drawing/2014/main" id="{7A77FEDA-BC46-FD22-190F-8841E18D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22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подзаголовок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Розово-голубое небо&#10;&#10;Описание создано автоматически">
            <a:extLst>
              <a:ext uri="{FF2B5EF4-FFF2-40B4-BE49-F238E27FC236}">
                <a16:creationId xmlns:a16="http://schemas.microsoft.com/office/drawing/2014/main" id="{3AEB6B8C-8E8E-75FA-B669-2932DD03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0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 rtlCol="0" anchor="b">
            <a:normAutofit/>
          </a:bodyPr>
          <a:lstStyle>
            <a:lvl1pPr algn="ctr">
              <a:defRPr sz="6600" b="0" cap="none" baseline="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Заполнитель содержимого 5">
            <a:extLst>
              <a:ext uri="{FF2B5EF4-FFF2-40B4-BE49-F238E27FC236}">
                <a16:creationId xmlns:a16="http://schemas.microsoft.com/office/drawing/2014/main" id="{2AD069C4-A5BC-A62E-380C-731B8A5B4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 rtlCol="0"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26645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2pPr>
            <a:lvl3pPr marL="85329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3pPr>
            <a:lvl4pPr marL="1279936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4pPr>
            <a:lvl5pPr marL="1706581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5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8C4363C-0E28-4487-DD8D-4795AFEE365A}"/>
              </a:ext>
            </a:extLst>
          </p:cNvPr>
          <p:cNvGrpSpPr/>
          <p:nvPr userDrawn="1"/>
        </p:nvGrpSpPr>
        <p:grpSpPr>
          <a:xfrm>
            <a:off x="2140743" y="0"/>
            <a:ext cx="7907338" cy="6858000"/>
            <a:chOff x="2149474" y="0"/>
            <a:chExt cx="7907338" cy="6858000"/>
          </a:xfrm>
        </p:grpSpPr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32C5A67C-1FE0-EFD7-3622-A0E2717011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49474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EE395002-4D2E-B59C-FD8E-2BF0DAF6A7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056812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Полилиния: Фигура 14">
            <a:extLst>
              <a:ext uri="{FF2B5EF4-FFF2-40B4-BE49-F238E27FC236}">
                <a16:creationId xmlns:a16="http://schemas.microsoft.com/office/drawing/2014/main" id="{D081E485-D397-61BC-2C0F-36FF7D5F70DE}"/>
              </a:ext>
            </a:extLst>
          </p:cNvPr>
          <p:cNvSpPr/>
          <p:nvPr userDrawn="1"/>
        </p:nvSpPr>
        <p:spPr>
          <a:xfrm>
            <a:off x="1307414" y="-76200"/>
            <a:ext cx="9573996" cy="7028180"/>
          </a:xfrm>
          <a:custGeom>
            <a:avLst/>
            <a:gdLst>
              <a:gd name="connsiteX0" fmla="*/ 1528240 w 9573996"/>
              <a:gd name="connsiteY0" fmla="*/ 0 h 7028180"/>
              <a:gd name="connsiteX1" fmla="*/ 8045757 w 9573996"/>
              <a:gd name="connsiteY1" fmla="*/ 0 h 7028180"/>
              <a:gd name="connsiteX2" fmla="*/ 8171917 w 9573996"/>
              <a:gd name="connsiteY2" fmla="*/ 120282 h 7028180"/>
              <a:gd name="connsiteX3" fmla="*/ 9573996 w 9573996"/>
              <a:gd name="connsiteY3" fmla="*/ 3505201 h 7028180"/>
              <a:gd name="connsiteX4" fmla="*/ 8171917 w 9573996"/>
              <a:gd name="connsiteY4" fmla="*/ 6890120 h 7028180"/>
              <a:gd name="connsiteX5" fmla="*/ 8027110 w 9573996"/>
              <a:gd name="connsiteY5" fmla="*/ 7028180 h 7028180"/>
              <a:gd name="connsiteX6" fmla="*/ 1546886 w 9573996"/>
              <a:gd name="connsiteY6" fmla="*/ 7028180 h 7028180"/>
              <a:gd name="connsiteX7" fmla="*/ 1402080 w 9573996"/>
              <a:gd name="connsiteY7" fmla="*/ 6890120 h 7028180"/>
              <a:gd name="connsiteX8" fmla="*/ 0 w 9573996"/>
              <a:gd name="connsiteY8" fmla="*/ 3505201 h 7028180"/>
              <a:gd name="connsiteX9" fmla="*/ 1402080 w 9573996"/>
              <a:gd name="connsiteY9" fmla="*/ 120282 h 702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702818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27110" y="7028180"/>
                </a:lnTo>
                <a:lnTo>
                  <a:pt x="1546886" y="702818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6" name="Заполнитель даты 15">
            <a:extLst>
              <a:ext uri="{FF2B5EF4-FFF2-40B4-BE49-F238E27FC236}">
                <a16:creationId xmlns:a16="http://schemas.microsoft.com/office/drawing/2014/main" id="{F90ACEC0-6BFA-2DA0-ED08-79C4EC859E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17309" y="6400801"/>
            <a:ext cx="1828800" cy="320675"/>
          </a:xfrm>
        </p:spPr>
        <p:txBody>
          <a:bodyPr rtlCol="0"/>
          <a:lstStyle/>
          <a:p>
            <a:pPr rtl="0"/>
            <a:r>
              <a:rPr lang="ru"/>
              <a:t>20ГГ</a:t>
            </a:r>
            <a:endParaRPr lang="en-US" dirty="0"/>
          </a:p>
        </p:txBody>
      </p:sp>
      <p:sp>
        <p:nvSpPr>
          <p:cNvPr id="17" name="Заполнитель нижнего колонтитула 16">
            <a:extLst>
              <a:ext uri="{FF2B5EF4-FFF2-40B4-BE49-F238E27FC236}">
                <a16:creationId xmlns:a16="http://schemas.microsoft.com/office/drawing/2014/main" id="{47ABA4AB-6D23-2D78-B42D-A7E80724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986262" y="6400801"/>
            <a:ext cx="6216301" cy="32067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8" name="Заполнитель номера слайда 17">
            <a:extLst>
              <a:ext uri="{FF2B5EF4-FFF2-40B4-BE49-F238E27FC236}">
                <a16:creationId xmlns:a16="http://schemas.microsoft.com/office/drawing/2014/main" id="{748AFBD6-B449-C601-9AB8-58707B05A1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5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Бело-розовый градиент&#10;&#10;Описание создано автоматически">
            <a:extLst>
              <a:ext uri="{FF2B5EF4-FFF2-40B4-BE49-F238E27FC236}">
                <a16:creationId xmlns:a16="http://schemas.microsoft.com/office/drawing/2014/main" id="{AFD3AE5C-5EE6-128A-599C-F64250BE3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4A3112D-1CC4-8A63-2EF0-72CADC5F5182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3" name="Заголовок 1">
            <a:extLst>
              <a:ext uri="{FF2B5EF4-FFF2-40B4-BE49-F238E27FC236}">
                <a16:creationId xmlns:a16="http://schemas.microsoft.com/office/drawing/2014/main" id="{FCADB272-55CB-FE7D-174B-0351CF041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AF5B2CBB-3979-2A22-F797-B64A715A44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rtlCol="0" anchor="ctr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5" name="Заполнитель даты 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  <a:endParaRPr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52AE610D-4CF6-FA56-B72E-DB9027EB9A95}"/>
              </a:ext>
            </a:extLst>
          </p:cNvPr>
          <p:cNvCxnSpPr>
            <a:cxnSpLocks/>
          </p:cNvCxnSpPr>
          <p:nvPr userDrawn="1"/>
        </p:nvCxnSpPr>
        <p:spPr>
          <a:xfrm>
            <a:off x="1141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олилиния: Фигура 3">
            <a:extLst>
              <a:ext uri="{FF2B5EF4-FFF2-40B4-BE49-F238E27FC236}">
                <a16:creationId xmlns:a16="http://schemas.microsoft.com/office/drawing/2014/main" id="{57A26EB3-62BA-B7F9-D731-A7BACBB53EB5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8A5A68F0-4988-52DC-8A0D-E776BFE86A27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C7A0378-FB31-B667-C592-D038F6A702A4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1C606A95-3B8A-55B0-D0DB-19A40402FF9E}"/>
              </a:ext>
            </a:extLst>
          </p:cNvPr>
          <p:cNvSpPr/>
          <p:nvPr userDrawn="1"/>
        </p:nvSpPr>
        <p:spPr>
          <a:xfrm>
            <a:off x="10940044" y="2156118"/>
            <a:ext cx="1373186" cy="2545766"/>
          </a:xfrm>
          <a:custGeom>
            <a:avLst/>
            <a:gdLst>
              <a:gd name="connsiteX0" fmla="*/ 1272884 w 1373186"/>
              <a:gd name="connsiteY0" fmla="*/ 0 h 2545766"/>
              <a:gd name="connsiteX1" fmla="*/ 1373186 w 1373186"/>
              <a:gd name="connsiteY1" fmla="*/ 5065 h 2545766"/>
              <a:gd name="connsiteX2" fmla="*/ 1373186 w 1373186"/>
              <a:gd name="connsiteY2" fmla="*/ 2540701 h 2545766"/>
              <a:gd name="connsiteX3" fmla="*/ 1272884 w 1373186"/>
              <a:gd name="connsiteY3" fmla="*/ 2545766 h 2545766"/>
              <a:gd name="connsiteX4" fmla="*/ 0 w 1373186"/>
              <a:gd name="connsiteY4" fmla="*/ 1272883 h 2545766"/>
              <a:gd name="connsiteX5" fmla="*/ 1272884 w 1373186"/>
              <a:gd name="connsiteY5" fmla="*/ 0 h 2545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186" h="2545766">
                <a:moveTo>
                  <a:pt x="1272884" y="0"/>
                </a:moveTo>
                <a:lnTo>
                  <a:pt x="1373186" y="5065"/>
                </a:lnTo>
                <a:lnTo>
                  <a:pt x="1373186" y="2540701"/>
                </a:lnTo>
                <a:lnTo>
                  <a:pt x="1272884" y="2545766"/>
                </a:lnTo>
                <a:cubicBezTo>
                  <a:pt x="569890" y="2545766"/>
                  <a:pt x="0" y="1975877"/>
                  <a:pt x="0" y="1272883"/>
                </a:cubicBezTo>
                <a:cubicBezTo>
                  <a:pt x="0" y="569889"/>
                  <a:pt x="569890" y="0"/>
                  <a:pt x="1272884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E1B804C-E94C-3C9E-FE43-6B499E74BD7E}"/>
              </a:ext>
            </a:extLst>
          </p:cNvPr>
          <p:cNvSpPr/>
          <p:nvPr userDrawn="1"/>
        </p:nvSpPr>
        <p:spPr>
          <a:xfrm rot="16200000" flipH="1">
            <a:off x="11450135" y="2804611"/>
            <a:ext cx="228600" cy="12487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57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Заголовок + рисунок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Размытый розово-голубой фон&#10;&#10;Описание создано автоматически">
            <a:extLst>
              <a:ext uri="{FF2B5EF4-FFF2-40B4-BE49-F238E27FC236}">
                <a16:creationId xmlns:a16="http://schemas.microsoft.com/office/drawing/2014/main" id="{E8A8B540-69F8-F41E-F63E-7655219512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C116D86-F5C8-781F-E058-31A29562AFBB}"/>
              </a:ext>
            </a:extLst>
          </p:cNvPr>
          <p:cNvSpPr/>
          <p:nvPr userDrawn="1"/>
        </p:nvSpPr>
        <p:spPr>
          <a:xfrm>
            <a:off x="-64" y="0"/>
            <a:ext cx="12188952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 rtlCol="0" anchor="ctr">
            <a:normAutofit/>
          </a:bodyPr>
          <a:lstStyle>
            <a:lvl1pPr algn="ctr">
              <a:defRPr sz="6600" b="0" cap="none" baseline="0"/>
            </a:lvl1pPr>
          </a:lstStyle>
          <a:p>
            <a:pPr rtl="0"/>
            <a:r>
              <a:rPr lang="ru"/>
              <a:t>Щелкните, чтобы изменить стиль образца заголовка</a:t>
            </a:r>
            <a:endParaRPr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93E7C6DB-C998-DD1E-38ED-E0BE6C1E2E0C}"/>
              </a:ext>
            </a:extLst>
          </p:cNvPr>
          <p:cNvSpPr/>
          <p:nvPr userDrawn="1"/>
        </p:nvSpPr>
        <p:spPr>
          <a:xfrm>
            <a:off x="3046412" y="381000"/>
            <a:ext cx="6096000" cy="6096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AFA65168-DB7F-A8BD-1D2A-287AF1AA6DF5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E3D61883-92E2-1B00-77ED-EA1A2A204BA5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Замещающая рамка рисунка 6">
            <a:extLst>
              <a:ext uri="{FF2B5EF4-FFF2-40B4-BE49-F238E27FC236}">
                <a16:creationId xmlns:a16="http://schemas.microsoft.com/office/drawing/2014/main" id="{9A7359CE-3521-B84A-F5F9-8109724777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7790" y="1320650"/>
            <a:ext cx="3124198" cy="4216690"/>
          </a:xfrm>
          <a:custGeom>
            <a:avLst/>
            <a:gdLst>
              <a:gd name="connsiteX0" fmla="*/ 879796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879796 w 3124198"/>
              <a:gd name="connsiteY10" fmla="*/ 4216690 h 4216690"/>
              <a:gd name="connsiteX11" fmla="*/ 0 w 3124198"/>
              <a:gd name="connsiteY11" fmla="*/ 0 h 4216690"/>
              <a:gd name="connsiteX12" fmla="*/ 651196 w 3124198"/>
              <a:gd name="connsiteY12" fmla="*/ 0 h 4216690"/>
              <a:gd name="connsiteX13" fmla="*/ 651196 w 3124198"/>
              <a:gd name="connsiteY13" fmla="*/ 4216690 h 4216690"/>
              <a:gd name="connsiteX14" fmla="*/ 0 w 3124198"/>
              <a:gd name="connsiteY14" fmla="*/ 421669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879796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879796" y="4216690"/>
                </a:lnTo>
                <a:close/>
                <a:moveTo>
                  <a:pt x="0" y="0"/>
                </a:moveTo>
                <a:lnTo>
                  <a:pt x="651196" y="0"/>
                </a:lnTo>
                <a:lnTo>
                  <a:pt x="651196" y="4216690"/>
                </a:lnTo>
                <a:lnTo>
                  <a:pt x="0" y="421669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5" name="Замещающая рамка рисунка 4">
            <a:extLst>
              <a:ext uri="{FF2B5EF4-FFF2-40B4-BE49-F238E27FC236}">
                <a16:creationId xmlns:a16="http://schemas.microsoft.com/office/drawing/2014/main" id="{C229D6EC-ACFF-1BB5-B5F2-348BF7C489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2411" y="1339705"/>
            <a:ext cx="3124198" cy="4216690"/>
          </a:xfrm>
          <a:custGeom>
            <a:avLst/>
            <a:gdLst>
              <a:gd name="connsiteX0" fmla="*/ 2476500 w 3124198"/>
              <a:gd name="connsiteY0" fmla="*/ 0 h 4216690"/>
              <a:gd name="connsiteX1" fmla="*/ 3124198 w 3124198"/>
              <a:gd name="connsiteY1" fmla="*/ 0 h 4216690"/>
              <a:gd name="connsiteX2" fmla="*/ 3124198 w 3124198"/>
              <a:gd name="connsiteY2" fmla="*/ 4216690 h 4216690"/>
              <a:gd name="connsiteX3" fmla="*/ 2476500 w 3124198"/>
              <a:gd name="connsiteY3" fmla="*/ 4216690 h 4216690"/>
              <a:gd name="connsiteX4" fmla="*/ 1933013 w 3124198"/>
              <a:gd name="connsiteY4" fmla="*/ 0 h 4216690"/>
              <a:gd name="connsiteX5" fmla="*/ 1933908 w 3124198"/>
              <a:gd name="connsiteY5" fmla="*/ 0 h 4216690"/>
              <a:gd name="connsiteX6" fmla="*/ 2247900 w 3124198"/>
              <a:gd name="connsiteY6" fmla="*/ 0 h 4216690"/>
              <a:gd name="connsiteX7" fmla="*/ 2247900 w 3124198"/>
              <a:gd name="connsiteY7" fmla="*/ 4216690 h 4216690"/>
              <a:gd name="connsiteX8" fmla="*/ 1933908 w 3124198"/>
              <a:gd name="connsiteY8" fmla="*/ 4216690 h 4216690"/>
              <a:gd name="connsiteX9" fmla="*/ 1933013 w 3124198"/>
              <a:gd name="connsiteY9" fmla="*/ 4216690 h 4216690"/>
              <a:gd name="connsiteX10" fmla="*/ 1933013 w 3124198"/>
              <a:gd name="connsiteY10" fmla="*/ 4216665 h 4216690"/>
              <a:gd name="connsiteX11" fmla="*/ 1834390 w 3124198"/>
              <a:gd name="connsiteY11" fmla="*/ 4213946 h 4216690"/>
              <a:gd name="connsiteX12" fmla="*/ 0 w 3124198"/>
              <a:gd name="connsiteY12" fmla="*/ 2108345 h 4216690"/>
              <a:gd name="connsiteX13" fmla="*/ 1834390 w 3124198"/>
              <a:gd name="connsiteY13" fmla="*/ 2743 h 4216690"/>
              <a:gd name="connsiteX14" fmla="*/ 1933013 w 3124198"/>
              <a:gd name="connsiteY14" fmla="*/ 24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2476500" y="0"/>
                </a:moveTo>
                <a:lnTo>
                  <a:pt x="3124198" y="0"/>
                </a:lnTo>
                <a:lnTo>
                  <a:pt x="3124198" y="4216690"/>
                </a:lnTo>
                <a:lnTo>
                  <a:pt x="2476500" y="4216690"/>
                </a:lnTo>
                <a:close/>
                <a:moveTo>
                  <a:pt x="1933013" y="0"/>
                </a:moveTo>
                <a:lnTo>
                  <a:pt x="1933908" y="0"/>
                </a:lnTo>
                <a:lnTo>
                  <a:pt x="2247900" y="0"/>
                </a:lnTo>
                <a:lnTo>
                  <a:pt x="2247900" y="4216690"/>
                </a:lnTo>
                <a:lnTo>
                  <a:pt x="1933908" y="4216690"/>
                </a:lnTo>
                <a:lnTo>
                  <a:pt x="1933013" y="4216690"/>
                </a:lnTo>
                <a:lnTo>
                  <a:pt x="1933013" y="4216665"/>
                </a:lnTo>
                <a:lnTo>
                  <a:pt x="1834390" y="4213946"/>
                </a:lnTo>
                <a:cubicBezTo>
                  <a:pt x="812571" y="4157479"/>
                  <a:pt x="0" y="3236364"/>
                  <a:pt x="0" y="2108345"/>
                </a:cubicBezTo>
                <a:cubicBezTo>
                  <a:pt x="0" y="980326"/>
                  <a:pt x="812571" y="59211"/>
                  <a:pt x="1834390" y="2743"/>
                </a:cubicBezTo>
                <a:lnTo>
                  <a:pt x="1933013" y="24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33AE912-484D-5F4B-778B-3474F5CDC1E7}"/>
              </a:ext>
            </a:extLst>
          </p:cNvPr>
          <p:cNvSpPr/>
          <p:nvPr userDrawn="1"/>
        </p:nvSpPr>
        <p:spPr>
          <a:xfrm rot="10800000">
            <a:off x="11390311" y="-1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B5ED4CE-ACD4-3D61-33D8-3FDC92555E76}"/>
              </a:ext>
            </a:extLst>
          </p:cNvPr>
          <p:cNvSpPr/>
          <p:nvPr userDrawn="1"/>
        </p:nvSpPr>
        <p:spPr>
          <a:xfrm rot="10800000">
            <a:off x="573406" y="-2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+ 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 descr="Лицо человека крупным планом&#10;&#10;Описание создано автоматически">
            <a:extLst>
              <a:ext uri="{FF2B5EF4-FFF2-40B4-BE49-F238E27FC236}">
                <a16:creationId xmlns:a16="http://schemas.microsoft.com/office/drawing/2014/main" id="{3197F591-1277-E834-A693-1798788DC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B813A62-751A-F465-5589-2D1D42FA9D1B}"/>
              </a:ext>
            </a:extLst>
          </p:cNvPr>
          <p:cNvSpPr/>
          <p:nvPr userDrawn="1"/>
        </p:nvSpPr>
        <p:spPr>
          <a:xfrm>
            <a:off x="1372" y="-19050"/>
            <a:ext cx="1218608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Прямоугольник 10">
            <a:extLst>
              <a:ext uri="{FF2B5EF4-FFF2-40B4-BE49-F238E27FC236}">
                <a16:creationId xmlns:a16="http://schemas.microsoft.com/office/drawing/2014/main" id="{A0FDB31A-303D-1176-2A3C-ED553B54051E}"/>
              </a:ext>
            </a:extLst>
          </p:cNvPr>
          <p:cNvSpPr/>
          <p:nvPr userDrawn="1"/>
        </p:nvSpPr>
        <p:spPr>
          <a:xfrm>
            <a:off x="4397984" y="1828797"/>
            <a:ext cx="64159" cy="5067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CBC030E-3C3A-ED00-5BC0-ADF1A8DA1CB8}"/>
              </a:ext>
            </a:extLst>
          </p:cNvPr>
          <p:cNvCxnSpPr>
            <a:cxnSpLocks/>
          </p:cNvCxnSpPr>
          <p:nvPr userDrawn="1"/>
        </p:nvCxnSpPr>
        <p:spPr>
          <a:xfrm>
            <a:off x="4436670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2E9A07C8-DE4C-EC57-93F9-CA4D7DE0CACF}"/>
              </a:ext>
            </a:extLst>
          </p:cNvPr>
          <p:cNvCxnSpPr>
            <a:cxnSpLocks/>
          </p:cNvCxnSpPr>
          <p:nvPr userDrawn="1"/>
        </p:nvCxnSpPr>
        <p:spPr>
          <a:xfrm>
            <a:off x="248564" y="1834387"/>
            <a:ext cx="4169664" cy="1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53B755DB-0B30-E551-8B59-B47FB56001CF}"/>
              </a:ext>
            </a:extLst>
          </p:cNvPr>
          <p:cNvSpPr/>
          <p:nvPr userDrawn="1"/>
        </p:nvSpPr>
        <p:spPr>
          <a:xfrm rot="16200000">
            <a:off x="-1101807" y="1328818"/>
            <a:ext cx="6874329" cy="421669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417442" y="-1"/>
            <a:ext cx="1828799" cy="1828799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55B3B078-AE9F-CEF2-C250-C1FBCF42D4AE}"/>
              </a:ext>
            </a:extLst>
          </p:cNvPr>
          <p:cNvCxnSpPr>
            <a:cxnSpLocks/>
          </p:cNvCxnSpPr>
          <p:nvPr userDrawn="1"/>
        </p:nvCxnSpPr>
        <p:spPr>
          <a:xfrm>
            <a:off x="227012" y="-2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56A5067-7143-C2F4-3CD3-979AC6FEB1EC}"/>
              </a:ext>
            </a:extLst>
          </p:cNvPr>
          <p:cNvSpPr/>
          <p:nvPr userDrawn="1"/>
        </p:nvSpPr>
        <p:spPr>
          <a:xfrm>
            <a:off x="1195748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stCxn id="15" idx="0"/>
            <a:endCxn id="15" idx="4"/>
          </p:cNvCxnSpPr>
          <p:nvPr userDrawn="1"/>
        </p:nvCxnSpPr>
        <p:spPr>
          <a:xfrm>
            <a:off x="2331842" y="-1"/>
            <a:ext cx="0" cy="1828799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CA28627E-5CEF-13DD-6955-6D64856EF624}"/>
              </a:ext>
            </a:extLst>
          </p:cNvPr>
          <p:cNvSpPr/>
          <p:nvPr userDrawn="1"/>
        </p:nvSpPr>
        <p:spPr>
          <a:xfrm>
            <a:off x="-12796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14CB1DB1-FB57-DFC8-F190-D2AAD4A0936B}"/>
              </a:ext>
            </a:extLst>
          </p:cNvPr>
          <p:cNvSpPr/>
          <p:nvPr userDrawn="1"/>
        </p:nvSpPr>
        <p:spPr>
          <a:xfrm>
            <a:off x="4437785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10011D01-9DEA-F1B0-2E06-A440FD11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 lIns="0"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6" name="Замещающая рамка рисунка 5">
            <a:extLst>
              <a:ext uri="{FF2B5EF4-FFF2-40B4-BE49-F238E27FC236}">
                <a16:creationId xmlns:a16="http://schemas.microsoft.com/office/drawing/2014/main" id="{54A4D4E2-7C46-84C0-C0B4-C32348A2E6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8564" y="1851656"/>
            <a:ext cx="4148048" cy="500634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rtl="0"/>
            <a:endParaRPr lang="en-US" dirty="0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lIns="0" rtlCol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2" name="Заполнитель даты 1">
            <a:extLst>
              <a:ext uri="{FF2B5EF4-FFF2-40B4-BE49-F238E27FC236}">
                <a16:creationId xmlns:a16="http://schemas.microsoft.com/office/drawing/2014/main" id="{3983DC07-5BCE-8496-87CB-198D5AB240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ru"/>
              <a:t>20XX</a:t>
            </a:r>
            <a:endParaRPr lang="en-US" dirty="0"/>
          </a:p>
        </p:txBody>
      </p:sp>
      <p:sp>
        <p:nvSpPr>
          <p:cNvPr id="4" name="Заполнитель нижнего колонтитула 3">
            <a:extLst>
              <a:ext uri="{FF2B5EF4-FFF2-40B4-BE49-F238E27FC236}">
                <a16:creationId xmlns:a16="http://schemas.microsoft.com/office/drawing/2014/main" id="{2223F7C2-E7BD-3163-0706-E241775172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971946" y="6400801"/>
            <a:ext cx="6216301" cy="32067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9" name="Заполнитель номера слайда 8">
            <a:extLst>
              <a:ext uri="{FF2B5EF4-FFF2-40B4-BE49-F238E27FC236}">
                <a16:creationId xmlns:a16="http://schemas.microsoft.com/office/drawing/2014/main" id="{7CFF31A8-379D-8648-3CFE-E716041D45E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544403" y="6400801"/>
            <a:ext cx="1107518" cy="320675"/>
          </a:xfrm>
        </p:spPr>
        <p:txBody>
          <a:bodyPr rtlCol="0"/>
          <a:lstStyle/>
          <a:p>
            <a:pPr rtl="0"/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8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1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Розово-голубой градиент крупным планом&#10;&#10;Описание создано автоматически">
            <a:extLst>
              <a:ext uri="{FF2B5EF4-FFF2-40B4-BE49-F238E27FC236}">
                <a16:creationId xmlns:a16="http://schemas.microsoft.com/office/drawing/2014/main" id="{360E92AE-B631-40E4-A120-4A67BCD64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9E6C384-7FF2-1326-12EF-10A704BFB0A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BF0E4B6A-4816-9628-11B5-C42E36C41D91}"/>
              </a:ext>
            </a:extLst>
          </p:cNvPr>
          <p:cNvSpPr/>
          <p:nvPr userDrawn="1"/>
        </p:nvSpPr>
        <p:spPr>
          <a:xfrm>
            <a:off x="-87028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923640 w 923640"/>
              <a:gd name="connsiteY1" fmla="*/ 876300 h 1752600"/>
              <a:gd name="connsiteX2" fmla="*/ 47340 w 923640"/>
              <a:gd name="connsiteY2" fmla="*/ 1752600 h 1752600"/>
              <a:gd name="connsiteX3" fmla="*/ 0 w 923640"/>
              <a:gd name="connsiteY3" fmla="*/ 1747828 h 1752600"/>
              <a:gd name="connsiteX4" fmla="*/ 0 w 923640"/>
              <a:gd name="connsiteY4" fmla="*/ 4772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cubicBezTo>
                  <a:pt x="531307" y="0"/>
                  <a:pt x="923640" y="392333"/>
                  <a:pt x="923640" y="876300"/>
                </a:cubicBezTo>
                <a:cubicBezTo>
                  <a:pt x="923640" y="1360267"/>
                  <a:pt x="531307" y="1752600"/>
                  <a:pt x="47340" y="1752600"/>
                </a:cubicBezTo>
                <a:lnTo>
                  <a:pt x="0" y="1747828"/>
                </a:lnTo>
                <a:lnTo>
                  <a:pt x="0" y="4772"/>
                </a:ln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304005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Полилиния: Фигура 11">
            <a:extLst>
              <a:ext uri="{FF2B5EF4-FFF2-40B4-BE49-F238E27FC236}">
                <a16:creationId xmlns:a16="http://schemas.microsoft.com/office/drawing/2014/main" id="{595BD65D-46F2-D44C-1D6F-FF72FEA2F6F9}"/>
              </a:ext>
            </a:extLst>
          </p:cNvPr>
          <p:cNvSpPr/>
          <p:nvPr userDrawn="1"/>
        </p:nvSpPr>
        <p:spPr>
          <a:xfrm flipH="1">
            <a:off x="11352212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0 w 923640"/>
              <a:gd name="connsiteY1" fmla="*/ 4772 h 1752600"/>
              <a:gd name="connsiteX2" fmla="*/ 0 w 923640"/>
              <a:gd name="connsiteY2" fmla="*/ 1747828 h 1752600"/>
              <a:gd name="connsiteX3" fmla="*/ 47340 w 923640"/>
              <a:gd name="connsiteY3" fmla="*/ 1752600 h 1752600"/>
              <a:gd name="connsiteX4" fmla="*/ 923640 w 923640"/>
              <a:gd name="connsiteY4" fmla="*/ 876300 h 1752600"/>
              <a:gd name="connsiteX5" fmla="*/ 47340 w 923640"/>
              <a:gd name="connsiteY5" fmla="*/ 0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lnTo>
                  <a:pt x="0" y="4772"/>
                </a:lnTo>
                <a:lnTo>
                  <a:pt x="0" y="1747828"/>
                </a:lnTo>
                <a:lnTo>
                  <a:pt x="47340" y="1752600"/>
                </a:lnTo>
                <a:cubicBezTo>
                  <a:pt x="531307" y="1752600"/>
                  <a:pt x="923640" y="1360267"/>
                  <a:pt x="923640" y="876300"/>
                </a:cubicBezTo>
                <a:cubicBezTo>
                  <a:pt x="923640" y="392333"/>
                  <a:pt x="531307" y="0"/>
                  <a:pt x="47340" y="0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656219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6EF488FC-CF1D-66BE-CF0A-C0042143933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86141" y="304800"/>
            <a:ext cx="10816542" cy="1409696"/>
          </a:xfrm>
        </p:spPr>
        <p:txBody>
          <a:bodyPr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 rtlCol="0">
            <a:normAutofit/>
          </a:bodyPr>
          <a:lstStyle>
            <a:lvl1pPr>
              <a:lnSpc>
                <a:spcPct val="125000"/>
              </a:lnSpc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>
              <a:lnSpc>
                <a:spcPct val="125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 rtlCol="0"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7" name="Заполнитель даты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  <a:endParaRPr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имое + 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Розово-голубое небо&#10;&#10;Описание создано автоматически">
            <a:extLst>
              <a:ext uri="{FF2B5EF4-FFF2-40B4-BE49-F238E27FC236}">
                <a16:creationId xmlns:a16="http://schemas.microsoft.com/office/drawing/2014/main" id="{0C2BC05D-EC60-D86D-C5CC-F3D4B55F14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E03F2A6-DEC2-394A-3044-2032CF60B5AD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C4800BB6-9A67-E776-4697-AD16A57E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 rtlCol="0">
            <a:normAutofit/>
          </a:bodyPr>
          <a:lstStyle>
            <a:lvl1pPr marL="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26645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329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79936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6581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11" name="Заполнитель таблицы 10">
            <a:extLst>
              <a:ext uri="{FF2B5EF4-FFF2-40B4-BE49-F238E27FC236}">
                <a16:creationId xmlns:a16="http://schemas.microsoft.com/office/drawing/2014/main" id="{99AF5368-6359-DE88-48EA-377AD855CA6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236987" y="1981200"/>
            <a:ext cx="4886324" cy="4343404"/>
          </a:xfrm>
        </p:spPr>
        <p:txBody>
          <a:bodyPr rtlCol="0">
            <a:normAutofit/>
          </a:bodyPr>
          <a:lstStyle>
            <a:lvl1pPr marL="0" indent="0">
              <a:buNone/>
              <a:defRPr sz="1400"/>
            </a:lvl1pPr>
          </a:lstStyle>
          <a:p>
            <a:pPr rtl="0"/>
            <a:endParaRPr lang="en-US" dirty="0"/>
          </a:p>
        </p:txBody>
      </p:sp>
      <p:sp>
        <p:nvSpPr>
          <p:cNvPr id="7" name="Заполнитель даты 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"/>
              <a:t>20ГГ</a:t>
            </a:r>
            <a:endParaRPr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94455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865769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1575E8EA-8F83-0788-D36C-1073DCABAF14}"/>
              </a:ext>
            </a:extLst>
          </p:cNvPr>
          <p:cNvCxnSpPr/>
          <p:nvPr userDrawn="1"/>
        </p:nvCxnSpPr>
        <p:spPr>
          <a:xfrm>
            <a:off x="3032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A55FD68-717E-A334-18EE-66D76FF8157C}"/>
              </a:ext>
            </a:extLst>
          </p:cNvPr>
          <p:cNvCxnSpPr/>
          <p:nvPr userDrawn="1"/>
        </p:nvCxnSpPr>
        <p:spPr>
          <a:xfrm>
            <a:off x="11885613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0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Размытый розово-голубой фон&#10;&#10;Описание создано автоматически">
            <a:extLst>
              <a:ext uri="{FF2B5EF4-FFF2-40B4-BE49-F238E27FC236}">
                <a16:creationId xmlns:a16="http://schemas.microsoft.com/office/drawing/2014/main" id="{42048D30-2D2E-3A6A-D11B-C1A5A51F7D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ACAF34-A82A-A1DD-6D4D-6787B3F87517}"/>
              </a:ext>
            </a:extLst>
          </p:cNvPr>
          <p:cNvSpPr/>
          <p:nvPr userDrawn="1"/>
        </p:nvSpPr>
        <p:spPr>
          <a:xfrm>
            <a:off x="-1" y="0"/>
            <a:ext cx="12188825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1908550C-451A-73E6-F0EA-1617893DF0C8}"/>
              </a:ext>
            </a:extLst>
          </p:cNvPr>
          <p:cNvSpPr/>
          <p:nvPr userDrawn="1"/>
        </p:nvSpPr>
        <p:spPr>
          <a:xfrm>
            <a:off x="-87028" y="2781301"/>
            <a:ext cx="771240" cy="1295400"/>
          </a:xfrm>
          <a:custGeom>
            <a:avLst/>
            <a:gdLst>
              <a:gd name="connsiteX0" fmla="*/ 123540 w 771240"/>
              <a:gd name="connsiteY0" fmla="*/ 0 h 1295400"/>
              <a:gd name="connsiteX1" fmla="*/ 771240 w 771240"/>
              <a:gd name="connsiteY1" fmla="*/ 647700 h 1295400"/>
              <a:gd name="connsiteX2" fmla="*/ 123540 w 771240"/>
              <a:gd name="connsiteY2" fmla="*/ 1295400 h 1295400"/>
              <a:gd name="connsiteX3" fmla="*/ 0 w 771240"/>
              <a:gd name="connsiteY3" fmla="*/ 1282946 h 1295400"/>
              <a:gd name="connsiteX4" fmla="*/ 0 w 771240"/>
              <a:gd name="connsiteY4" fmla="*/ 12454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1240" h="1295400">
                <a:moveTo>
                  <a:pt x="123540" y="0"/>
                </a:moveTo>
                <a:cubicBezTo>
                  <a:pt x="481255" y="0"/>
                  <a:pt x="771240" y="289985"/>
                  <a:pt x="771240" y="647700"/>
                </a:cubicBezTo>
                <a:cubicBezTo>
                  <a:pt x="771240" y="1005415"/>
                  <a:pt x="481255" y="1295400"/>
                  <a:pt x="123540" y="1295400"/>
                </a:cubicBezTo>
                <a:lnTo>
                  <a:pt x="0" y="1282946"/>
                </a:lnTo>
                <a:lnTo>
                  <a:pt x="0" y="12454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50424792-66B9-860A-8C03-D592C1A734A5}"/>
              </a:ext>
            </a:extLst>
          </p:cNvPr>
          <p:cNvCxnSpPr>
            <a:cxnSpLocks/>
          </p:cNvCxnSpPr>
          <p:nvPr userDrawn="1"/>
        </p:nvCxnSpPr>
        <p:spPr>
          <a:xfrm>
            <a:off x="6842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C23024A-D4BC-7F60-AF3F-522B93E157AB}"/>
              </a:ext>
            </a:extLst>
          </p:cNvPr>
          <p:cNvSpPr/>
          <p:nvPr userDrawn="1"/>
        </p:nvSpPr>
        <p:spPr>
          <a:xfrm rot="5400000">
            <a:off x="227013" y="3086103"/>
            <a:ext cx="228600" cy="68579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60A8B8BC-3391-B191-16D3-444A3F20879D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781301"/>
            <a:ext cx="68421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1F1E65DA-7165-AB68-BA79-BABAF694A000}"/>
              </a:ext>
            </a:extLst>
          </p:cNvPr>
          <p:cNvCxnSpPr>
            <a:cxnSpLocks/>
          </p:cNvCxnSpPr>
          <p:nvPr userDrawn="1"/>
        </p:nvCxnSpPr>
        <p:spPr>
          <a:xfrm flipH="1">
            <a:off x="-77788" y="4076701"/>
            <a:ext cx="762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4F04B172-AB62-FA59-6E1B-37B425F2354B}"/>
              </a:ext>
            </a:extLst>
          </p:cNvPr>
          <p:cNvCxnSpPr>
            <a:cxnSpLocks/>
          </p:cNvCxnSpPr>
          <p:nvPr userDrawn="1"/>
        </p:nvCxnSpPr>
        <p:spPr>
          <a:xfrm>
            <a:off x="115046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BD9E1403-1845-38DF-069F-9D8F94EFFBA9}"/>
              </a:ext>
            </a:extLst>
          </p:cNvPr>
          <p:cNvSpPr/>
          <p:nvPr userDrawn="1"/>
        </p:nvSpPr>
        <p:spPr>
          <a:xfrm>
            <a:off x="11508467" y="2781301"/>
            <a:ext cx="758144" cy="1295400"/>
          </a:xfrm>
          <a:custGeom>
            <a:avLst/>
            <a:gdLst>
              <a:gd name="connsiteX0" fmla="*/ 647700 w 758144"/>
              <a:gd name="connsiteY0" fmla="*/ 0 h 1295400"/>
              <a:gd name="connsiteX1" fmla="*/ 758144 w 758144"/>
              <a:gd name="connsiteY1" fmla="*/ 11134 h 1295400"/>
              <a:gd name="connsiteX2" fmla="*/ 758144 w 758144"/>
              <a:gd name="connsiteY2" fmla="*/ 1284266 h 1295400"/>
              <a:gd name="connsiteX3" fmla="*/ 647700 w 758144"/>
              <a:gd name="connsiteY3" fmla="*/ 1295400 h 1295400"/>
              <a:gd name="connsiteX4" fmla="*/ 0 w 758144"/>
              <a:gd name="connsiteY4" fmla="*/ 647700 h 1295400"/>
              <a:gd name="connsiteX5" fmla="*/ 647700 w 758144"/>
              <a:gd name="connsiteY5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144" h="1295400">
                <a:moveTo>
                  <a:pt x="647700" y="0"/>
                </a:moveTo>
                <a:lnTo>
                  <a:pt x="758144" y="11134"/>
                </a:lnTo>
                <a:lnTo>
                  <a:pt x="758144" y="1284266"/>
                </a:lnTo>
                <a:lnTo>
                  <a:pt x="647700" y="1295400"/>
                </a:lnTo>
                <a:cubicBezTo>
                  <a:pt x="289985" y="1295400"/>
                  <a:pt x="0" y="1005415"/>
                  <a:pt x="0" y="647700"/>
                </a:cubicBezTo>
                <a:cubicBezTo>
                  <a:pt x="0" y="289985"/>
                  <a:pt x="289985" y="0"/>
                  <a:pt x="647700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E1884942-14CB-65D2-3919-3DBD13D9C19D}"/>
              </a:ext>
            </a:extLst>
          </p:cNvPr>
          <p:cNvSpPr/>
          <p:nvPr userDrawn="1"/>
        </p:nvSpPr>
        <p:spPr>
          <a:xfrm rot="5400000">
            <a:off x="11737067" y="3091544"/>
            <a:ext cx="228600" cy="67491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F620E5F9-F0F5-8AF0-8C5C-A6C4D91B05C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27813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1D3F1725-9EBE-B64D-1F6E-A5D438625B3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40767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E5D507FC-1762-D6F8-4115-990CE55C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"/>
              <a:t>Щелкните, чтобы изменить стиль образца заголовка</a:t>
            </a:r>
            <a:endParaRPr dirty="0"/>
          </a:p>
        </p:txBody>
      </p:sp>
      <p:sp>
        <p:nvSpPr>
          <p:cNvPr id="3" name="Заполнитель содержимого 2"/>
          <p:cNvSpPr>
            <a:spLocks noGrp="1"/>
          </p:cNvSpPr>
          <p:nvPr>
            <p:ph idx="1"/>
          </p:nvPr>
        </p:nvSpPr>
        <p:spPr>
          <a:xfrm>
            <a:off x="1293812" y="1984248"/>
            <a:ext cx="9601200" cy="3657600"/>
          </a:xfrm>
        </p:spPr>
        <p:txBody>
          <a:bodyPr lIns="0" rtlCol="0" anchor="t"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  <a:lvl2pPr marL="426645" indent="0">
              <a:lnSpc>
                <a:spcPct val="150000"/>
              </a:lnSpc>
              <a:buNone/>
              <a:defRPr sz="1600"/>
            </a:lvl2pPr>
            <a:lvl3pPr marL="853290" indent="0">
              <a:lnSpc>
                <a:spcPct val="150000"/>
              </a:lnSpc>
              <a:buNone/>
              <a:defRPr sz="1400"/>
            </a:lvl3pPr>
            <a:lvl4pPr marL="1279936" indent="0">
              <a:lnSpc>
                <a:spcPct val="150000"/>
              </a:lnSpc>
              <a:buNone/>
              <a:defRPr sz="1400"/>
            </a:lvl4pPr>
            <a:lvl5pPr marL="1706581" indent="0">
              <a:lnSpc>
                <a:spcPct val="150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9" name="Заполнитель даты 8">
            <a:extLst>
              <a:ext uri="{FF2B5EF4-FFF2-40B4-BE49-F238E27FC236}">
                <a16:creationId xmlns:a16="http://schemas.microsoft.com/office/drawing/2014/main" id="{6C352E20-11F2-9B72-F930-8D59DDCC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"/>
              <a:t>20XX</a:t>
            </a:r>
            <a:endParaRPr lang="en-US" dirty="0"/>
          </a:p>
        </p:txBody>
      </p:sp>
      <p:sp>
        <p:nvSpPr>
          <p:cNvPr id="10" name="Заполнитель нижнего колонтитула 9">
            <a:extLst>
              <a:ext uri="{FF2B5EF4-FFF2-40B4-BE49-F238E27FC236}">
                <a16:creationId xmlns:a16="http://schemas.microsoft.com/office/drawing/2014/main" id="{207A2614-2FA6-688B-D434-967D9B39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Заполнитель номера слайда 10">
            <a:extLst>
              <a:ext uri="{FF2B5EF4-FFF2-40B4-BE49-F238E27FC236}">
                <a16:creationId xmlns:a16="http://schemas.microsoft.com/office/drawing/2014/main" id="{3C5E6704-10FC-9DA2-14E9-A150775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54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элемента содержимого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Лицо человека крупным планом&#10;&#10;Описание создано автоматически">
            <a:extLst>
              <a:ext uri="{FF2B5EF4-FFF2-40B4-BE49-F238E27FC236}">
                <a16:creationId xmlns:a16="http://schemas.microsoft.com/office/drawing/2014/main" id="{024680CB-D79A-93CA-0002-28F6F89D1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309E4FA-5188-CBB0-D623-C65C526908EA}"/>
              </a:ext>
            </a:extLst>
          </p:cNvPr>
          <p:cNvSpPr/>
          <p:nvPr userDrawn="1"/>
        </p:nvSpPr>
        <p:spPr>
          <a:xfrm>
            <a:off x="-8042" y="0"/>
            <a:ext cx="12204908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0647996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cxnSpLocks/>
          </p:cNvCxnSpPr>
          <p:nvPr userDrawn="1"/>
        </p:nvCxnSpPr>
        <p:spPr>
          <a:xfrm>
            <a:off x="760412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Овал 3">
            <a:extLst>
              <a:ext uri="{FF2B5EF4-FFF2-40B4-BE49-F238E27FC236}">
                <a16:creationId xmlns:a16="http://schemas.microsoft.com/office/drawing/2014/main" id="{2FDF6779-CAF3-8674-B2F8-7C346FF365B8}"/>
              </a:ext>
            </a:extLst>
          </p:cNvPr>
          <p:cNvSpPr/>
          <p:nvPr userDrawn="1"/>
        </p:nvSpPr>
        <p:spPr>
          <a:xfrm>
            <a:off x="12989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7B3836FF-3B48-408A-4A9F-7C60F96DE0EA}"/>
              </a:ext>
            </a:extLst>
          </p:cNvPr>
          <p:cNvSpPr/>
          <p:nvPr userDrawn="1"/>
        </p:nvSpPr>
        <p:spPr>
          <a:xfrm>
            <a:off x="-16083" y="-2"/>
            <a:ext cx="12220991" cy="7010403"/>
          </a:xfrm>
          <a:custGeom>
            <a:avLst/>
            <a:gdLst>
              <a:gd name="connsiteX0" fmla="*/ 6110498 w 12220991"/>
              <a:gd name="connsiteY0" fmla="*/ 0 h 7010403"/>
              <a:gd name="connsiteX1" fmla="*/ 12163073 w 12220991"/>
              <a:gd name="connsiteY1" fmla="*/ 3016566 h 7010403"/>
              <a:gd name="connsiteX2" fmla="*/ 12220991 w 12220991"/>
              <a:gd name="connsiteY2" fmla="*/ 3352802 h 7010403"/>
              <a:gd name="connsiteX3" fmla="*/ 12204908 w 12220991"/>
              <a:gd name="connsiteY3" fmla="*/ 3352802 h 7010403"/>
              <a:gd name="connsiteX4" fmla="*/ 12204908 w 12220991"/>
              <a:gd name="connsiteY4" fmla="*/ 7010403 h 7010403"/>
              <a:gd name="connsiteX5" fmla="*/ 0 w 12220991"/>
              <a:gd name="connsiteY5" fmla="*/ 7010403 h 7010403"/>
              <a:gd name="connsiteX6" fmla="*/ 0 w 12220991"/>
              <a:gd name="connsiteY6" fmla="*/ 3276603 h 7010403"/>
              <a:gd name="connsiteX7" fmla="*/ 13127 w 12220991"/>
              <a:gd name="connsiteY7" fmla="*/ 3276603 h 7010403"/>
              <a:gd name="connsiteX8" fmla="*/ 57919 w 12220991"/>
              <a:gd name="connsiteY8" fmla="*/ 3016567 h 7010403"/>
              <a:gd name="connsiteX9" fmla="*/ 6110498 w 12220991"/>
              <a:gd name="connsiteY9" fmla="*/ 0 h 7010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991" h="7010403">
                <a:moveTo>
                  <a:pt x="6110498" y="0"/>
                </a:moveTo>
                <a:cubicBezTo>
                  <a:pt x="9180318" y="0"/>
                  <a:pt x="11722257" y="1309322"/>
                  <a:pt x="12163073" y="3016566"/>
                </a:cubicBezTo>
                <a:lnTo>
                  <a:pt x="12220991" y="3352802"/>
                </a:lnTo>
                <a:lnTo>
                  <a:pt x="12204908" y="3352802"/>
                </a:lnTo>
                <a:lnTo>
                  <a:pt x="12204908" y="7010403"/>
                </a:lnTo>
                <a:lnTo>
                  <a:pt x="0" y="7010403"/>
                </a:lnTo>
                <a:lnTo>
                  <a:pt x="0" y="3276603"/>
                </a:lnTo>
                <a:lnTo>
                  <a:pt x="13127" y="3276603"/>
                </a:lnTo>
                <a:lnTo>
                  <a:pt x="57919" y="3016567"/>
                </a:lnTo>
                <a:cubicBezTo>
                  <a:pt x="498732" y="1309322"/>
                  <a:pt x="3040674" y="0"/>
                  <a:pt x="6110498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en-US" dirty="0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87D644E-5B96-8668-75A4-77350D1E4DE3}"/>
              </a:ext>
            </a:extLst>
          </p:cNvPr>
          <p:cNvCxnSpPr>
            <a:cxnSpLocks/>
          </p:cNvCxnSpPr>
          <p:nvPr userDrawn="1"/>
        </p:nvCxnSpPr>
        <p:spPr>
          <a:xfrm>
            <a:off x="11428413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E157DAB-E85F-534C-B513-0FFB30A7962B}"/>
              </a:ext>
            </a:extLst>
          </p:cNvPr>
          <p:cNvSpPr/>
          <p:nvPr userDrawn="1"/>
        </p:nvSpPr>
        <p:spPr>
          <a:xfrm>
            <a:off x="660689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FEE894C-4E53-027C-D966-0B58D5E76FF5}"/>
              </a:ext>
            </a:extLst>
          </p:cNvPr>
          <p:cNvSpPr/>
          <p:nvPr userDrawn="1"/>
        </p:nvSpPr>
        <p:spPr>
          <a:xfrm>
            <a:off x="11314113" y="-2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EB2B77A3-41F2-9349-5DBB-980F5FAE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lIns="0" rtlCol="0" anchor="ctr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 lIns="0" rtlCol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8AF499E1-2C86-CFBE-1820-ABB1088DD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2933696"/>
            <a:ext cx="4114801" cy="3390904"/>
          </a:xfrm>
        </p:spPr>
        <p:txBody>
          <a:bodyPr rtlCol="0"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defRPr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marL="712395" lvl="1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ru"/>
              <a:t>Второй уровень</a:t>
            </a:r>
          </a:p>
          <a:p>
            <a:pPr marL="1139040" lvl="2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ru"/>
              <a:t>Третий уровень</a:t>
            </a:r>
          </a:p>
          <a:p>
            <a:pPr marL="1565686" lvl="3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ru"/>
              <a:t>Четвертый уровень</a:t>
            </a:r>
          </a:p>
          <a:p>
            <a:pPr marL="1992331" lvl="4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ru"/>
              <a:t>Пятый уровень</a:t>
            </a:r>
            <a:endParaRPr dirty="0"/>
          </a:p>
        </p:txBody>
      </p:sp>
      <p:sp>
        <p:nvSpPr>
          <p:cNvPr id="11" name="Заполнитель даты 10">
            <a:extLst>
              <a:ext uri="{FF2B5EF4-FFF2-40B4-BE49-F238E27FC236}">
                <a16:creationId xmlns:a16="http://schemas.microsoft.com/office/drawing/2014/main" id="{03EF8FBE-F098-2A42-B8E4-37ABADF3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"/>
              <a:t>20XX</a:t>
            </a:r>
            <a:endParaRPr lang="en-US" dirty="0"/>
          </a:p>
        </p:txBody>
      </p:sp>
      <p:sp>
        <p:nvSpPr>
          <p:cNvPr id="12" name="Заполнитель нижнего колонтитула 11">
            <a:extLst>
              <a:ext uri="{FF2B5EF4-FFF2-40B4-BE49-F238E27FC236}">
                <a16:creationId xmlns:a16="http://schemas.microsoft.com/office/drawing/2014/main" id="{A84AC3D2-5C3F-725F-A6D5-310C5F10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94FD3723-C818-DF8D-C62C-658AB7C6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6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элемента содержимого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Размытый розово-голубой фон&#10;&#10;Описание создано автоматически">
            <a:extLst>
              <a:ext uri="{FF2B5EF4-FFF2-40B4-BE49-F238E27FC236}">
                <a16:creationId xmlns:a16="http://schemas.microsoft.com/office/drawing/2014/main" id="{9A6811FF-B289-D1C1-9492-A1E1FF2F4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C2E56C3-4554-32FE-5BBA-F0FA1C5714F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704DC43-42C6-54AA-CB2E-44F918CA9EC4}"/>
              </a:ext>
            </a:extLst>
          </p:cNvPr>
          <p:cNvCxnSpPr>
            <a:cxnSpLocks/>
          </p:cNvCxnSpPr>
          <p:nvPr userDrawn="1"/>
        </p:nvCxnSpPr>
        <p:spPr>
          <a:xfrm>
            <a:off x="1888171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Овал 9">
            <a:extLst>
              <a:ext uri="{FF2B5EF4-FFF2-40B4-BE49-F238E27FC236}">
                <a16:creationId xmlns:a16="http://schemas.microsoft.com/office/drawing/2014/main" id="{07570EE1-995F-34F5-7970-8D8205B0A11D}"/>
              </a:ext>
            </a:extLst>
          </p:cNvPr>
          <p:cNvSpPr/>
          <p:nvPr userDrawn="1"/>
        </p:nvSpPr>
        <p:spPr>
          <a:xfrm>
            <a:off x="1888171" y="2781301"/>
            <a:ext cx="1295400" cy="12954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0EFF4FB-AC0B-930C-4493-5B2496935BCC}"/>
              </a:ext>
            </a:extLst>
          </p:cNvPr>
          <p:cNvCxnSpPr>
            <a:cxnSpLocks/>
          </p:cNvCxnSpPr>
          <p:nvPr userDrawn="1"/>
        </p:nvCxnSpPr>
        <p:spPr>
          <a:xfrm>
            <a:off x="3197223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5A0B5A4-8993-CFE3-872C-25245E86AF5F}"/>
              </a:ext>
            </a:extLst>
          </p:cNvPr>
          <p:cNvSpPr/>
          <p:nvPr userDrawn="1"/>
        </p:nvSpPr>
        <p:spPr>
          <a:xfrm rot="5400000">
            <a:off x="1483517" y="1829595"/>
            <a:ext cx="228600" cy="319881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92D02A7-ACBB-2A4A-E80E-3695AEE1EA39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2764972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CA253D06-2E4F-FDB2-2A3F-DA2669723C5A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4076701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Заголовок 1">
            <a:extLst>
              <a:ext uri="{FF2B5EF4-FFF2-40B4-BE49-F238E27FC236}">
                <a16:creationId xmlns:a16="http://schemas.microsoft.com/office/drawing/2014/main" id="{0F3BD93E-08BC-3F82-9517-49CEBB18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lIns="0" rtlCol="0" anchor="ctr">
            <a:normAutofit/>
          </a:bodyPr>
          <a:lstStyle>
            <a:lvl1pPr algn="l">
              <a:defRPr sz="540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lIns="0" tIns="0" rtlCol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6296C73-5B8A-9BB0-1F3E-1AAE9474E2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lIns="0" tIns="0" rtlCol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256479" y="6400801"/>
            <a:ext cx="1951734" cy="320675"/>
          </a:xfrm>
        </p:spPr>
        <p:txBody>
          <a:bodyPr rtlCol="0"/>
          <a:lstStyle/>
          <a:p>
            <a:pPr rtl="0"/>
            <a:r>
              <a:rPr lang="ru"/>
              <a:t>20XX г.</a:t>
            </a:r>
            <a:endParaRPr dirty="0"/>
          </a:p>
        </p:txBody>
      </p:sp>
      <p:sp>
        <p:nvSpPr>
          <p:cNvPr id="5" name="Заполнитель нижне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167146" y="6400801"/>
            <a:ext cx="1642250" cy="320675"/>
          </a:xfrm>
        </p:spPr>
        <p:txBody>
          <a:bodyPr rtlCol="0"/>
          <a:lstStyle/>
          <a:p>
            <a:pPr rtl="0"/>
            <a:fld id="{DA60BA0E-20D0-4E7C-B286-26C960A6788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543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Содержимое 3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 descr="Розово-голубое небо&#10;&#10;Описание создано автоматически">
            <a:extLst>
              <a:ext uri="{FF2B5EF4-FFF2-40B4-BE49-F238E27FC236}">
                <a16:creationId xmlns:a16="http://schemas.microsoft.com/office/drawing/2014/main" id="{844CB249-B396-2424-01D1-4D97637BD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4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rtl="0"/>
            <a:endParaRPr lang="en-US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3F1599CA-3580-F2AA-3558-F152F50C2864}"/>
              </a:ext>
            </a:extLst>
          </p:cNvPr>
          <p:cNvSpPr/>
          <p:nvPr userDrawn="1"/>
        </p:nvSpPr>
        <p:spPr>
          <a:xfrm>
            <a:off x="2665412" y="0"/>
            <a:ext cx="6858000" cy="6858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Заголовок 1">
            <a:extLst>
              <a:ext uri="{FF2B5EF4-FFF2-40B4-BE49-F238E27FC236}">
                <a16:creationId xmlns:a16="http://schemas.microsoft.com/office/drawing/2014/main" id="{13F185EB-A6B1-4EAC-BA12-CB81DF7C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 rtlCol="0" anchor="b">
            <a:normAutofit/>
          </a:bodyPr>
          <a:lstStyle>
            <a:lvl1pPr algn="ctr">
              <a:defRPr sz="5400" b="0" cap="none" baseline="0"/>
            </a:lvl1pPr>
          </a:lstStyle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13" name="Заполнитель содержимого 2">
            <a:extLst>
              <a:ext uri="{FF2B5EF4-FFF2-40B4-BE49-F238E27FC236}">
                <a16:creationId xmlns:a16="http://schemas.microsoft.com/office/drawing/2014/main" id="{5C638E9B-20FA-F77F-C8FB-BF50CBB8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 lIns="0" rtlCol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1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ru"/>
              <a:t>Образец заголовка</a:t>
            </a:r>
            <a:endParaRPr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ru"/>
              <a:t>20ГГ</a:t>
            </a:r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pPr rtl="0"/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79" r:id="rId2"/>
    <p:sldLayoutId id="2147483702" r:id="rId3"/>
    <p:sldLayoutId id="2147483701" r:id="rId4"/>
    <p:sldLayoutId id="2147483698" r:id="rId5"/>
    <p:sldLayoutId id="2147483663" r:id="rId6"/>
    <p:sldLayoutId id="2147483688" r:id="rId7"/>
    <p:sldLayoutId id="2147483665" r:id="rId8"/>
    <p:sldLayoutId id="2147483700" r:id="rId9"/>
    <p:sldLayoutId id="2147483695" r:id="rId10"/>
    <p:sldLayoutId id="2147483690" r:id="rId11"/>
    <p:sldLayoutId id="2147483699" r:id="rId12"/>
    <p:sldLayoutId id="214748370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3113" y="1345911"/>
            <a:ext cx="5676899" cy="4166177"/>
          </a:xfrm>
        </p:spPr>
        <p:txBody>
          <a:bodyPr rtlCol="0"/>
          <a:lstStyle/>
          <a:p>
            <a:r>
              <a:rPr lang="ru" sz="3500" b="1" dirty="0">
                <a:latin typeface="Calibri"/>
                <a:ea typeface="+mj-lt"/>
                <a:cs typeface="+mj-lt"/>
              </a:rPr>
              <a:t>Обзор антивирусного комплекса Kaspersky </a:t>
            </a:r>
            <a:r>
              <a:rPr lang="ru" sz="3500" b="1" err="1">
                <a:latin typeface="Calibri"/>
                <a:ea typeface="+mj-lt"/>
                <a:cs typeface="+mj-lt"/>
              </a:rPr>
              <a:t>Endpoint</a:t>
            </a:r>
            <a:r>
              <a:rPr lang="ru" sz="3500" b="1" dirty="0">
                <a:latin typeface="Calibri"/>
                <a:ea typeface="+mj-lt"/>
                <a:cs typeface="+mj-lt"/>
              </a:rPr>
              <a:t> Security</a:t>
            </a:r>
            <a:endParaRPr lang="ru-RU" sz="35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ru" dirty="0"/>
              <a:t>Никита </a:t>
            </a:r>
            <a:r>
              <a:rPr lang="ru" dirty="0" err="1"/>
              <a:t>Азис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1" y="-864528"/>
            <a:ext cx="5637210" cy="2914649"/>
          </a:xfrm>
        </p:spPr>
        <p:txBody>
          <a:bodyPr rtlCol="0">
            <a:normAutofit/>
          </a:bodyPr>
          <a:lstStyle/>
          <a:p>
            <a:pPr rtl="0"/>
            <a:r>
              <a:rPr lang="ru" sz="3500" b="1" dirty="0">
                <a:latin typeface="Calibri"/>
                <a:ea typeface="Calibri"/>
                <a:cs typeface="Calibri"/>
              </a:rPr>
              <a:t>Определение</a:t>
            </a:r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05571" y="2320874"/>
            <a:ext cx="5637210" cy="2628899"/>
          </a:xfrm>
        </p:spPr>
        <p:txBody>
          <a:bodyPr vert="horz" lIns="121899" tIns="60949" rIns="121899" bIns="60949" rtlCol="0" anchor="t">
            <a:normAutofit/>
          </a:bodyPr>
          <a:lstStyle/>
          <a:p>
            <a:r>
              <a:rPr lang="ru" sz="2500" b="1" dirty="0">
                <a:latin typeface="Calibri"/>
                <a:ea typeface="+mn-lt"/>
                <a:cs typeface="+mn-lt"/>
              </a:rPr>
              <a:t>Kaspersky </a:t>
            </a:r>
            <a:r>
              <a:rPr lang="ru" sz="2500" b="1" err="1">
                <a:latin typeface="Calibri"/>
                <a:ea typeface="+mn-lt"/>
                <a:cs typeface="+mn-lt"/>
              </a:rPr>
              <a:t>Endpoint</a:t>
            </a:r>
            <a:r>
              <a:rPr lang="ru" sz="2500" b="1" dirty="0">
                <a:latin typeface="Calibri"/>
                <a:ea typeface="+mn-lt"/>
                <a:cs typeface="+mn-lt"/>
              </a:rPr>
              <a:t> Security (KES) — это комплексное решение для защиты рабочих станций, серверов и мобильных устройств в корпоративных сетях.</a:t>
            </a:r>
            <a:endParaRPr lang="ru-RU" sz="2500" b="1">
              <a:latin typeface="Calibri"/>
              <a:ea typeface="Calibri"/>
              <a:cs typeface="Calibri"/>
            </a:endParaRPr>
          </a:p>
        </p:txBody>
      </p:sp>
      <p:sp>
        <p:nvSpPr>
          <p:cNvPr id="5" name="Заполнитель номера слайда 4">
            <a:extLst>
              <a:ext uri="{FF2B5EF4-FFF2-40B4-BE49-F238E27FC236}">
                <a16:creationId xmlns:a16="http://schemas.microsoft.com/office/drawing/2014/main" id="{F7211086-9834-6634-D7AB-3C7FE49FC6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pPr rtl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-302567"/>
            <a:ext cx="7750516" cy="2209801"/>
          </a:xfrm>
        </p:spPr>
        <p:txBody>
          <a:bodyPr rtlCol="0"/>
          <a:lstStyle/>
          <a:p>
            <a:r>
              <a:rPr lang="ru" sz="3500" b="1" dirty="0">
                <a:latin typeface="Calibri"/>
                <a:ea typeface="Calibri"/>
                <a:cs typeface="Calibri"/>
              </a:rPr>
              <a:t>Введение</a:t>
            </a:r>
            <a:endParaRPr lang="ru-RU" dirty="0"/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1196925"/>
            <a:ext cx="7750516" cy="5531324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ru" sz="2500" b="1" dirty="0">
                <a:latin typeface="Calibri"/>
                <a:ea typeface="Calibri"/>
                <a:cs typeface="Calibri"/>
              </a:rPr>
              <a:t>Антивирусные комплексы являются неотъемлемой частью обеспечения информационной безопасности в современных условиях. Они защищают компьютеры, серверы и мобильные устройства от вредоносного программного обеспечения, кибератак и утечек данных. Одним из ведущих решений на рынке является антивирусный комплекс Kaspersky </a:t>
            </a:r>
            <a:r>
              <a:rPr lang="ru" sz="2500" b="1" dirty="0" err="1">
                <a:latin typeface="Calibri"/>
                <a:ea typeface="Calibri"/>
                <a:cs typeface="Calibri"/>
              </a:rPr>
              <a:t>Endpoint</a:t>
            </a:r>
            <a:r>
              <a:rPr lang="ru" sz="2500" b="1" dirty="0">
                <a:latin typeface="Calibri"/>
                <a:ea typeface="Calibri"/>
                <a:cs typeface="Calibri"/>
              </a:rPr>
              <a:t> Security от компании Лаборатория Касперского. В данном докладе рассмотрим его цели, назначение, настройки, стоимость, производителя и наличие сертификатов.</a:t>
            </a:r>
            <a:endParaRPr lang="ru-RU" b="1"/>
          </a:p>
        </p:txBody>
      </p:sp>
      <p:sp>
        <p:nvSpPr>
          <p:cNvPr id="5" name="Заполнитель номера слайда 4">
            <a:extLst>
              <a:ext uri="{FF2B5EF4-FFF2-40B4-BE49-F238E27FC236}">
                <a16:creationId xmlns:a16="http://schemas.microsoft.com/office/drawing/2014/main" id="{C100C9AD-2E11-A113-E514-88624AFE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pPr rtl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143" y="1046804"/>
            <a:ext cx="2604185" cy="4715764"/>
          </a:xfrm>
        </p:spPr>
        <p:txBody>
          <a:bodyPr rtlCol="0">
            <a:normAutofit/>
          </a:bodyPr>
          <a:lstStyle/>
          <a:p>
            <a:r>
              <a:rPr lang="ru" sz="3500" b="1" dirty="0">
                <a:latin typeface="Calibri"/>
                <a:ea typeface="+mj-lt"/>
                <a:cs typeface="+mj-lt"/>
              </a:rPr>
              <a:t>Цели и назначение</a:t>
            </a:r>
            <a:endParaRPr lang="ru-RU" sz="3500">
              <a:latin typeface="Calibri"/>
              <a:ea typeface="Calibri"/>
              <a:cs typeface="Calibri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3461" y="2569158"/>
            <a:ext cx="7038340" cy="2444142"/>
          </a:xfrm>
        </p:spPr>
        <p:txBody>
          <a:bodyPr vert="horz" lIns="121899" tIns="60949" rIns="121899" bIns="60949" rtlCol="0" anchor="ctr">
            <a:noAutofit/>
          </a:bodyPr>
          <a:lstStyle/>
          <a:p>
            <a:pPr marL="0" indent="0">
              <a:buNone/>
            </a:pPr>
            <a:endParaRPr lang="ru" sz="2000" dirty="0"/>
          </a:p>
          <a:p>
            <a:r>
              <a:rPr lang="ru" sz="2000" b="1" dirty="0">
                <a:ea typeface="+mn-lt"/>
                <a:cs typeface="+mn-lt"/>
              </a:rPr>
              <a:t>Защита от вирусов, троянов, шпионского ПО, </a:t>
            </a:r>
            <a:r>
              <a:rPr lang="ru" sz="2000" b="1" err="1">
                <a:ea typeface="+mn-lt"/>
                <a:cs typeface="+mn-lt"/>
              </a:rPr>
              <a:t>ransomware</a:t>
            </a:r>
            <a:r>
              <a:rPr lang="ru" sz="2000" b="1" dirty="0">
                <a:ea typeface="+mn-lt"/>
                <a:cs typeface="+mn-lt"/>
              </a:rPr>
              <a:t> (шифровальщиков) и других угроз.</a:t>
            </a:r>
            <a:endParaRPr lang="ru" sz="2000" b="1"/>
          </a:p>
          <a:p>
            <a:r>
              <a:rPr lang="ru" sz="2000" b="1" dirty="0">
                <a:ea typeface="+mn-lt"/>
                <a:cs typeface="+mn-lt"/>
              </a:rPr>
              <a:t>Предотвращение утечек конфиденциальных данных.</a:t>
            </a:r>
            <a:endParaRPr lang="ru" sz="2000" b="1"/>
          </a:p>
          <a:p>
            <a:r>
              <a:rPr lang="ru" sz="2000" b="1" dirty="0">
                <a:ea typeface="+mn-lt"/>
                <a:cs typeface="+mn-lt"/>
              </a:rPr>
              <a:t>Контроль за использованием устройств и приложений.</a:t>
            </a:r>
            <a:endParaRPr lang="ru" sz="2000" b="1"/>
          </a:p>
          <a:p>
            <a:r>
              <a:rPr lang="ru" sz="2000" b="1" dirty="0">
                <a:ea typeface="+mn-lt"/>
                <a:cs typeface="+mn-lt"/>
              </a:rPr>
              <a:t>Обеспечение безопасности в режиме реального времени.</a:t>
            </a:r>
            <a:endParaRPr lang="ru" sz="2000" b="1"/>
          </a:p>
          <a:p>
            <a:r>
              <a:rPr lang="ru" sz="2000" b="1" dirty="0">
                <a:ea typeface="+mn-lt"/>
                <a:cs typeface="+mn-lt"/>
              </a:rPr>
              <a:t>Защита от фишинга и вредоносных веб-сайтов.</a:t>
            </a:r>
            <a:endParaRPr lang="ru" sz="2000" b="1"/>
          </a:p>
          <a:p>
            <a:r>
              <a:rPr lang="ru" sz="2000" b="1" dirty="0">
                <a:ea typeface="+mn-lt"/>
                <a:cs typeface="+mn-lt"/>
              </a:rPr>
              <a:t>Управление безопасностью через централизованную консоль.</a:t>
            </a:r>
            <a:endParaRPr lang="ru" sz="2000" b="1"/>
          </a:p>
          <a:p>
            <a:pPr marL="0" indent="0">
              <a:buNone/>
            </a:pPr>
            <a:endParaRPr lang="ru" sz="2000" dirty="0"/>
          </a:p>
          <a:p>
            <a:endParaRPr lang="ru" dirty="0"/>
          </a:p>
        </p:txBody>
      </p:sp>
      <p:sp>
        <p:nvSpPr>
          <p:cNvPr id="5" name="Заполнитель номера слайда 4">
            <a:extLst>
              <a:ext uri="{FF2B5EF4-FFF2-40B4-BE49-F238E27FC236}">
                <a16:creationId xmlns:a16="http://schemas.microsoft.com/office/drawing/2014/main" id="{DB256512-A465-45FD-8FF5-640C08FE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141" y="304800"/>
            <a:ext cx="10816542" cy="1409696"/>
          </a:xfrm>
        </p:spPr>
        <p:txBody>
          <a:bodyPr vert="horz" lIns="121899" tIns="60949" rIns="121899" bIns="60949" rtlCol="0" anchor="ctr">
            <a:noAutofit/>
          </a:bodyPr>
          <a:lstStyle/>
          <a:p>
            <a:r>
              <a:rPr lang="ru" sz="3500" b="1" dirty="0">
                <a:latin typeface="Calibri"/>
                <a:ea typeface="+mj-lt"/>
                <a:cs typeface="+mj-lt"/>
              </a:rPr>
              <a:t>Основные настройки</a:t>
            </a:r>
            <a:br>
              <a:rPr lang="ru" sz="3500" b="1" dirty="0">
                <a:latin typeface="Calibri"/>
                <a:ea typeface="+mj-lt"/>
                <a:cs typeface="+mj-lt"/>
              </a:rPr>
            </a:br>
            <a:r>
              <a:rPr lang="ru" sz="2000" b="1" dirty="0">
                <a:latin typeface="Calibri"/>
                <a:ea typeface="+mj-lt"/>
                <a:cs typeface="+mj-lt"/>
              </a:rPr>
              <a:t>Kaspersky </a:t>
            </a:r>
            <a:r>
              <a:rPr lang="ru" sz="2000" b="1" err="1">
                <a:latin typeface="Calibri"/>
                <a:ea typeface="+mj-lt"/>
                <a:cs typeface="+mj-lt"/>
              </a:rPr>
              <a:t>Endpoint</a:t>
            </a:r>
            <a:r>
              <a:rPr lang="ru" sz="2000" b="1" dirty="0">
                <a:latin typeface="Calibri"/>
                <a:ea typeface="+mj-lt"/>
                <a:cs typeface="+mj-lt"/>
              </a:rPr>
              <a:t> Security предоставляет гибкие настройки для адаптации под нужды пользователя:</a:t>
            </a:r>
            <a:endParaRPr lang="ru-RU" sz="2000" b="1">
              <a:latin typeface="Calibri"/>
              <a:ea typeface="Calibri"/>
              <a:cs typeface="Calibri"/>
            </a:endParaRPr>
          </a:p>
        </p:txBody>
      </p:sp>
      <p:sp>
        <p:nvSpPr>
          <p:cNvPr id="6" name="Заполнитель содержимого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7730" y="1540619"/>
            <a:ext cx="10611213" cy="5957587"/>
          </a:xfrm>
        </p:spPr>
        <p:txBody>
          <a:bodyPr vert="horz" lIns="91416" tIns="45708" rIns="91416" bIns="45708" rtlCol="0" anchor="t">
            <a:noAutofit/>
          </a:bodyPr>
          <a:lstStyle/>
          <a:p>
            <a:pPr marL="304165" indent="-304165"/>
            <a:r>
              <a:rPr lang="ru" sz="2000" b="1">
                <a:latin typeface="Calibri"/>
                <a:ea typeface="+mn-lt"/>
                <a:cs typeface="+mn-lt"/>
              </a:rPr>
              <a:t>Сканирование системы: настройка расписания, выборочное или полное сканирование.</a:t>
            </a:r>
            <a:endParaRPr lang="ru-RU" sz="2000" b="1">
              <a:latin typeface="Calibri"/>
              <a:ea typeface="+mn-lt"/>
              <a:cs typeface="+mn-lt"/>
            </a:endParaRPr>
          </a:p>
          <a:p>
            <a:pPr marL="304165" indent="-304165"/>
            <a:r>
              <a:rPr lang="ru" sz="2000" b="1">
                <a:latin typeface="Calibri"/>
                <a:ea typeface="+mn-lt"/>
                <a:cs typeface="+mn-lt"/>
              </a:rPr>
              <a:t>Обновление баз данных: автоматическое или ручное обновление антивирусных сигнатур.</a:t>
            </a:r>
          </a:p>
          <a:p>
            <a:pPr marL="304165" indent="-304165"/>
            <a:r>
              <a:rPr lang="ru" sz="2000" b="1">
                <a:latin typeface="Calibri"/>
                <a:ea typeface="+mn-lt"/>
                <a:cs typeface="+mn-lt"/>
              </a:rPr>
              <a:t>Управление устройствами: контроль USB-накопителей, принтеров и других внешних устройств.</a:t>
            </a:r>
          </a:p>
          <a:p>
            <a:pPr marL="304165" indent="-304165"/>
            <a:r>
              <a:rPr lang="ru" sz="2000" b="1">
                <a:latin typeface="Calibri"/>
                <a:ea typeface="+mn-lt"/>
                <a:cs typeface="+mn-lt"/>
              </a:rPr>
              <a:t>Веб-контроль: блокировка опасных сайтов и фишинговых ресурсов.</a:t>
            </a:r>
          </a:p>
          <a:p>
            <a:pPr marL="304165" indent="-304165"/>
            <a:r>
              <a:rPr lang="ru" sz="2000" b="1">
                <a:latin typeface="Calibri"/>
                <a:ea typeface="+mn-lt"/>
                <a:cs typeface="+mn-lt"/>
              </a:rPr>
              <a:t>Политики безопасности: настройка правил для групп устройств.</a:t>
            </a:r>
          </a:p>
          <a:p>
            <a:pPr marL="304165" indent="-304165"/>
            <a:r>
              <a:rPr lang="ru" sz="2000" b="1">
                <a:latin typeface="Calibri"/>
                <a:ea typeface="+mn-lt"/>
                <a:cs typeface="+mn-lt"/>
              </a:rPr>
              <a:t>Шифрование данных: защита конфиденциальной информации.</a:t>
            </a:r>
          </a:p>
          <a:p>
            <a:pPr marL="304165" indent="-304165"/>
            <a:r>
              <a:rPr lang="ru" sz="2000" b="1">
                <a:latin typeface="Calibri"/>
                <a:ea typeface="+mn-lt"/>
                <a:cs typeface="+mn-lt"/>
              </a:rPr>
              <a:t>Централизованное управление: администрирование через Kaspersky Security Center.</a:t>
            </a:r>
            <a:endParaRPr lang="ru" sz="2000" b="1">
              <a:latin typeface="Calibri"/>
              <a:ea typeface="Calibri"/>
              <a:cs typeface="Calibri"/>
            </a:endParaRPr>
          </a:p>
          <a:p>
            <a:pPr marL="304165" indent="-304165"/>
            <a:endParaRPr lang="ru" sz="2000" dirty="0"/>
          </a:p>
        </p:txBody>
      </p:sp>
      <p:sp>
        <p:nvSpPr>
          <p:cNvPr id="3" name="Заполнитель номера слайда 2">
            <a:extLst>
              <a:ext uri="{FF2B5EF4-FFF2-40B4-BE49-F238E27FC236}">
                <a16:creationId xmlns:a16="http://schemas.microsoft.com/office/drawing/2014/main" id="{98D9313D-68C1-2FB9-307F-FA5BFA55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 rtlCol="0">
            <a:normAutofit/>
          </a:bodyPr>
          <a:lstStyle/>
          <a:p>
            <a:r>
              <a:rPr lang="ru" sz="3500" b="1" dirty="0">
                <a:latin typeface="Calibri"/>
                <a:ea typeface="+mj-lt"/>
                <a:cs typeface="+mj-lt"/>
              </a:rPr>
              <a:t>Стоимость</a:t>
            </a:r>
            <a:endParaRPr lang="ru-RU" sz="3500" dirty="0">
              <a:latin typeface="Calibri"/>
            </a:endParaRP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9748797" cy="4343403"/>
          </a:xfrm>
        </p:spPr>
        <p:txBody>
          <a:bodyPr vert="horz" lIns="91416" tIns="45708" rIns="91416" bIns="45708" rtlCol="0" anchor="t">
            <a:noAutofit/>
          </a:bodyPr>
          <a:lstStyle/>
          <a:p>
            <a:r>
              <a:rPr lang="ru" sz="2000">
                <a:latin typeface="Calibri"/>
                <a:ea typeface="+mn-lt"/>
                <a:cs typeface="+mn-lt"/>
              </a:rPr>
              <a:t>Цена Kaspersky </a:t>
            </a:r>
            <a:r>
              <a:rPr lang="ru" sz="2000" err="1">
                <a:latin typeface="Calibri"/>
                <a:ea typeface="+mn-lt"/>
                <a:cs typeface="+mn-lt"/>
              </a:rPr>
              <a:t>Endpoint</a:t>
            </a:r>
            <a:r>
              <a:rPr lang="ru" sz="2000">
                <a:latin typeface="Calibri"/>
                <a:ea typeface="+mn-lt"/>
                <a:cs typeface="+mn-lt"/>
              </a:rPr>
              <a:t> Security зависит от количества защищаемых устройств, срока лицензии и выбранного функционала. Примерные расценки:</a:t>
            </a:r>
            <a:endParaRPr lang="ru-RU" sz="20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" sz="2000">
                <a:latin typeface="Calibri"/>
                <a:ea typeface="+mn-lt"/>
                <a:cs typeface="+mn-lt"/>
              </a:rPr>
              <a:t>Для малого бизнеса: от 1 500 рублей за одно устройство на год.</a:t>
            </a:r>
            <a:endParaRPr lang="ru" sz="2000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" sz="2000">
                <a:latin typeface="Calibri"/>
                <a:ea typeface="+mn-lt"/>
                <a:cs typeface="+mn-lt"/>
              </a:rPr>
              <a:t>Для крупных организаций: стоимость рассчитывается индивидуально, возможны скидки при покупке лицензий на большое количество устройств.</a:t>
            </a:r>
            <a:endParaRPr lang="ru" sz="2000">
              <a:latin typeface="Calibri"/>
              <a:ea typeface="Calibri"/>
              <a:cs typeface="Calibri"/>
            </a:endParaRPr>
          </a:p>
          <a:p>
            <a:r>
              <a:rPr lang="ru" sz="2000">
                <a:latin typeface="Calibri"/>
                <a:ea typeface="+mn-lt"/>
                <a:cs typeface="+mn-lt"/>
              </a:rPr>
              <a:t>Компания также предлагает бесплатный пробный период для тестирования продукта.</a:t>
            </a:r>
            <a:endParaRPr lang="ru" sz="2000">
              <a:latin typeface="Calibri"/>
              <a:ea typeface="Calibri"/>
              <a:cs typeface="Calibri"/>
            </a:endParaRPr>
          </a:p>
          <a:p>
            <a:endParaRPr lang="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rtlCol="0" anchor="ctr">
            <a:normAutofit/>
          </a:bodyPr>
          <a:lstStyle/>
          <a:p>
            <a:r>
              <a:rPr lang="ru" sz="3600" b="1" dirty="0">
                <a:latin typeface="Calibri"/>
                <a:ea typeface="+mj-lt"/>
                <a:cs typeface="+mj-lt"/>
              </a:rPr>
              <a:t>Производитель</a:t>
            </a:r>
            <a:endParaRPr lang="ru-RU" sz="3600" dirty="0">
              <a:latin typeface="Calibri"/>
            </a:endParaRPr>
          </a:p>
        </p:txBody>
      </p:sp>
      <p:sp>
        <p:nvSpPr>
          <p:cNvPr id="4" name="Заполнитель содержимого 3">
            <a:extLst>
              <a:ext uri="{FF2B5EF4-FFF2-40B4-BE49-F238E27FC236}">
                <a16:creationId xmlns:a16="http://schemas.microsoft.com/office/drawing/2014/main" id="{B7101C18-15A7-BF08-B263-7C24A281C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2928" y="2470018"/>
            <a:ext cx="8728731" cy="3390903"/>
          </a:xfrm>
        </p:spPr>
        <p:txBody>
          <a:bodyPr vert="horz" lIns="0" tIns="60949" rIns="121899" bIns="60949" rtlCol="0" anchor="t">
            <a:noAutofit/>
          </a:bodyPr>
          <a:lstStyle/>
          <a:p>
            <a:r>
              <a:rPr lang="ru" sz="2500" b="1" dirty="0">
                <a:latin typeface="Calibri"/>
                <a:ea typeface="+mn-lt"/>
                <a:cs typeface="+mn-lt"/>
              </a:rPr>
              <a:t>Kaspersky </a:t>
            </a:r>
            <a:r>
              <a:rPr lang="ru" sz="2500" b="1" err="1">
                <a:latin typeface="Calibri"/>
                <a:ea typeface="+mn-lt"/>
                <a:cs typeface="+mn-lt"/>
              </a:rPr>
              <a:t>Endpoint</a:t>
            </a:r>
            <a:r>
              <a:rPr lang="ru" sz="2500" b="1" dirty="0">
                <a:latin typeface="Calibri"/>
                <a:ea typeface="+mn-lt"/>
                <a:cs typeface="+mn-lt"/>
              </a:rPr>
              <a:t> Security разработан Лабораторией Касперского — российской компанией, основанной в 1997 году Евгением Касперским. Компания является одним из мировых лидеров в области кибербезопасности и имеет представительства в более чем 200 странах.</a:t>
            </a:r>
            <a:endParaRPr lang="ru-RU" sz="2500" b="1">
              <a:latin typeface="Calibri"/>
              <a:ea typeface="Calibri"/>
              <a:cs typeface="Calibri"/>
            </a:endParaRPr>
          </a:p>
        </p:txBody>
      </p:sp>
      <p:sp>
        <p:nvSpPr>
          <p:cNvPr id="5" name="Заполнитель номера слайда 4">
            <a:extLst>
              <a:ext uri="{FF2B5EF4-FFF2-40B4-BE49-F238E27FC236}">
                <a16:creationId xmlns:a16="http://schemas.microsoft.com/office/drawing/2014/main" id="{9F5B35AD-BE61-FEAF-3CD8-3D9800D9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pPr rtl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 rtlCol="0">
            <a:normAutofit/>
          </a:bodyPr>
          <a:lstStyle/>
          <a:p>
            <a:r>
              <a:rPr lang="ru" sz="3500" b="1" dirty="0">
                <a:latin typeface="Calibri"/>
                <a:ea typeface="+mj-lt"/>
                <a:cs typeface="+mj-lt"/>
              </a:rPr>
              <a:t>Наличие сертификатов</a:t>
            </a:r>
            <a:endParaRPr lang="ru-RU" sz="3500" dirty="0">
              <a:latin typeface="Calibri"/>
            </a:endParaRPr>
          </a:p>
        </p:txBody>
      </p:sp>
      <p:sp>
        <p:nvSpPr>
          <p:cNvPr id="3" name="Заполнитель номера слайда 2">
            <a:extLst>
              <a:ext uri="{FF2B5EF4-FFF2-40B4-BE49-F238E27FC236}">
                <a16:creationId xmlns:a16="http://schemas.microsoft.com/office/drawing/2014/main" id="{1BC26306-3334-F735-BEAA-B54A63B5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B37DED6-D4C7-42EE-AB49-D2E39E64FDE4}" type="slidenum">
              <a:rPr lang="en-US" smtClean="0"/>
              <a:pPr rtl="0"/>
              <a:t>8</a:t>
            </a:fld>
            <a:endParaRPr lang="en-US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D2584F87-FDDF-3EFE-4496-C46D9154F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5718" y="1562722"/>
            <a:ext cx="9601200" cy="3657600"/>
          </a:xfrm>
        </p:spPr>
        <p:txBody>
          <a:bodyPr vert="horz" lIns="0" tIns="60949" rIns="121899" bIns="60949" rtlCol="0" anchor="t">
            <a:noAutofit/>
          </a:bodyPr>
          <a:lstStyle/>
          <a:p>
            <a:r>
              <a:rPr lang="ru-RU" sz="2000" b="1" dirty="0">
                <a:latin typeface="Calibri"/>
                <a:ea typeface="+mn-lt"/>
                <a:cs typeface="+mn-lt"/>
              </a:rPr>
              <a:t>Kaspersky </a:t>
            </a:r>
            <a:r>
              <a:rPr lang="ru-RU" sz="2000" b="1" err="1">
                <a:latin typeface="Calibri"/>
                <a:ea typeface="+mn-lt"/>
                <a:cs typeface="+mn-lt"/>
              </a:rPr>
              <a:t>Endpoint</a:t>
            </a:r>
            <a:r>
              <a:rPr lang="ru-RU" sz="2000" b="1" dirty="0">
                <a:latin typeface="Calibri"/>
                <a:ea typeface="+mn-lt"/>
                <a:cs typeface="+mn-lt"/>
              </a:rPr>
              <a:t> Security имеет множество сертификатов, подтверждающих его соответствие международным стандартам безопасности:</a:t>
            </a:r>
            <a:endParaRPr lang="ru-RU" sz="2000" b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2000" b="1" dirty="0">
                <a:latin typeface="Calibri"/>
                <a:ea typeface="+mn-lt"/>
                <a:cs typeface="+mn-lt"/>
              </a:rPr>
              <a:t>Сертификаты ISO/IEC 27001 и ISO/IEC 9001 за обеспечение информационной безопасности и качество управления.</a:t>
            </a:r>
            <a:endParaRPr lang="ru-RU" sz="2000" b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2000" b="1" dirty="0">
                <a:latin typeface="Calibri"/>
                <a:ea typeface="+mn-lt"/>
                <a:cs typeface="+mn-lt"/>
              </a:rPr>
              <a:t>Сертификаты VB100, AV-</a:t>
            </a:r>
            <a:r>
              <a:rPr lang="ru-RU" sz="2000" b="1" err="1">
                <a:latin typeface="Calibri"/>
                <a:ea typeface="+mn-lt"/>
                <a:cs typeface="+mn-lt"/>
              </a:rPr>
              <a:t>Comparatives</a:t>
            </a:r>
            <a:r>
              <a:rPr lang="ru-RU" sz="2000" b="1" dirty="0">
                <a:latin typeface="Calibri"/>
                <a:ea typeface="+mn-lt"/>
                <a:cs typeface="+mn-lt"/>
              </a:rPr>
              <a:t> и AV-TEST, подтверждающие высокий уровень обнаружения угроз.</a:t>
            </a:r>
            <a:endParaRPr lang="ru-RU" sz="2000" b="1">
              <a:latin typeface="Calibri"/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ru-RU" sz="2000" b="1" dirty="0">
                <a:latin typeface="Calibri"/>
                <a:ea typeface="+mn-lt"/>
                <a:cs typeface="+mn-lt"/>
              </a:rPr>
              <a:t>Сертификация в соответствии с требованиями ФСТЭК России и ФСБ России для использования в государственных структурах РФ.</a:t>
            </a:r>
            <a:endParaRPr lang="ru-RU" sz="2000" b="1">
              <a:latin typeface="Calibri"/>
              <a:ea typeface="Calibri"/>
              <a:cs typeface="Calibri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6093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1731" y="-534"/>
            <a:ext cx="8153381" cy="2209801"/>
          </a:xfrm>
        </p:spPr>
        <p:txBody>
          <a:bodyPr rtlCol="0" anchor="ctr">
            <a:normAutofit/>
          </a:bodyPr>
          <a:lstStyle/>
          <a:p>
            <a:r>
              <a:rPr lang="ru" sz="3500" b="1" dirty="0">
                <a:latin typeface="Calibri"/>
                <a:ea typeface="+mj-lt"/>
                <a:cs typeface="+mj-lt"/>
              </a:rPr>
              <a:t>Заключение</a:t>
            </a:r>
            <a:endParaRPr lang="ru-RU" sz="3500" dirty="0">
              <a:latin typeface="Calibri"/>
            </a:endParaRPr>
          </a:p>
        </p:txBody>
      </p:sp>
      <p:sp>
        <p:nvSpPr>
          <p:cNvPr id="3" name="Заполнитель содержимого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731" y="1861780"/>
            <a:ext cx="8303426" cy="3048000"/>
          </a:xfrm>
        </p:spPr>
        <p:txBody>
          <a:bodyPr vert="horz" lIns="91416" tIns="45708" rIns="91416" bIns="45708" rtlCol="0" anchor="t">
            <a:noAutofit/>
          </a:bodyPr>
          <a:lstStyle/>
          <a:p>
            <a:r>
              <a:rPr lang="ru" sz="2000" b="1" dirty="0">
                <a:latin typeface="Calibri"/>
                <a:ea typeface="+mn-lt"/>
                <a:cs typeface="+mn-lt"/>
              </a:rPr>
              <a:t>Kaspersky </a:t>
            </a:r>
            <a:r>
              <a:rPr lang="ru" sz="2000" b="1" err="1">
                <a:latin typeface="Calibri"/>
                <a:ea typeface="+mn-lt"/>
                <a:cs typeface="+mn-lt"/>
              </a:rPr>
              <a:t>Endpoint</a:t>
            </a:r>
            <a:r>
              <a:rPr lang="ru" sz="2000" b="1" dirty="0">
                <a:latin typeface="Calibri"/>
                <a:ea typeface="+mn-lt"/>
                <a:cs typeface="+mn-lt"/>
              </a:rPr>
              <a:t> Security — это мощное и надежное решение для защиты корпоративных сетей от современных киберугроз. Благодаря гибким настройкам, централизованному управлению и наличию международных сертификатов, он подходит для организаций любого масштаба. Продукт сочетает в себе высокую эффективность, удобство использования и доступную стоимость, что делает его одним из лучших антивирусных комплексов на рынке.</a:t>
            </a:r>
            <a:endParaRPr lang="ru-RU" sz="2000" b="1">
              <a:latin typeface="Calibri"/>
              <a:ea typeface="+mn-lt"/>
              <a:cs typeface="+mn-lt"/>
            </a:endParaRPr>
          </a:p>
        </p:txBody>
      </p:sp>
      <p:sp>
        <p:nvSpPr>
          <p:cNvPr id="4" name="Заполнитель содержимого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13209" y="5093684"/>
            <a:ext cx="8561742" cy="3017418"/>
          </a:xfrm>
        </p:spPr>
        <p:txBody>
          <a:bodyPr vert="horz" lIns="0" tIns="0" rIns="121899" bIns="60949" rtlCol="0" anchor="t">
            <a:noAutofit/>
          </a:bodyPr>
          <a:lstStyle/>
          <a:p>
            <a:r>
              <a:rPr lang="ru" sz="2000" b="1" dirty="0">
                <a:latin typeface="Calibri"/>
              </a:rPr>
              <a:t>Рекомендация: При выборе антивирусного решения важно учитывать специфику бизнеса и проконсультироваться с экспертами для настройки оптимальной конфигурации.</a:t>
            </a:r>
            <a:endParaRPr lang="ru-RU" sz="2500" b="1">
              <a:latin typeface="Calibri"/>
              <a:ea typeface="Calibri"/>
              <a:cs typeface="Calibri"/>
            </a:endParaRPr>
          </a:p>
        </p:txBody>
      </p:sp>
      <p:sp>
        <p:nvSpPr>
          <p:cNvPr id="6" name="Заполнитель номера слайда 5">
            <a:extLst>
              <a:ext uri="{FF2B5EF4-FFF2-40B4-BE49-F238E27FC236}">
                <a16:creationId xmlns:a16="http://schemas.microsoft.com/office/drawing/2014/main" id="{F0266D97-3A71-F83C-E1DE-8F2CB268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A60BA0E-20D0-4E7C-B286-26C960A6788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5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208" y="762000"/>
            <a:ext cx="5704668" cy="3027152"/>
          </a:xfrm>
        </p:spPr>
        <p:txBody>
          <a:bodyPr rtlCol="0"/>
          <a:lstStyle/>
          <a:p>
            <a:pPr rtl="0"/>
            <a:r>
              <a:rPr lang="ru" b="1" dirty="0">
                <a:latin typeface="Calibri"/>
                <a:ea typeface="Calibri"/>
                <a:cs typeface="Calibri"/>
              </a:rPr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171101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Пользовательская">
  <a:themeElements>
    <a:clrScheme name="Custom 173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000000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ustom 100">
      <a:majorFont>
        <a:latin typeface="Niagara Soli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2787940_win32_LW_V5" id="{8846F80C-D74D-4F27-8214-E80518C56538}" vid="{42FAAABB-6154-447D-82D7-BB904B7291D0}"/>
    </a:ext>
  </a:extLst>
</a:theme>
</file>

<file path=ppt/theme/theme2.xml><?xml version="1.0" encoding="utf-8"?>
<a:theme xmlns:a="http://schemas.openxmlformats.org/drawingml/2006/main" name="Тема Offic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275B5A-7993-4B5E-9459-F514F3EBE15D}">
  <ds:schemaRefs>
    <ds:schemaRef ds:uri="http://purl.org/dc/dcmitype/"/>
    <ds:schemaRef ds:uri="http://schemas.microsoft.com/office/2006/documentManagement/types"/>
    <ds:schemaRef ds:uri="http://purl.org/dc/elements/1.1/"/>
    <ds:schemaRef ds:uri="230e9df3-be65-4c73-a93b-d1236ebd677e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schemas.microsoft.com/sharepoint/v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8BD8C90-A3BA-4A7A-B350-4B9A0D6525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F051D4-1D3D-484E-9778-1C8141DF7C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374</Words>
  <Application>Microsoft Office PowerPoint</Application>
  <PresentationFormat>Произвольный</PresentationFormat>
  <Paragraphs>107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Пользовательская</vt:lpstr>
      <vt:lpstr>Обзор антивирусного комплекса Kaspersky Endpoint Security</vt:lpstr>
      <vt:lpstr>Определение</vt:lpstr>
      <vt:lpstr>Введение</vt:lpstr>
      <vt:lpstr>Цели и назначение</vt:lpstr>
      <vt:lpstr>Основные настройки Kaspersky Endpoint Security предоставляет гибкие настройки для адаптации под нужды пользователя:</vt:lpstr>
      <vt:lpstr>Стоимость</vt:lpstr>
      <vt:lpstr>Производитель</vt:lpstr>
      <vt:lpstr>Наличие сертификатов</vt:lpstr>
      <vt:lpstr>Заключение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132</cp:revision>
  <dcterms:created xsi:type="dcterms:W3CDTF">2025-03-23T16:01:46Z</dcterms:created>
  <dcterms:modified xsi:type="dcterms:W3CDTF">2025-03-23T16:31:14Z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0x01010079F111ED35F8CC479449609E8A0923A6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ClassificationContentMarkingFooterText">
    <vt:lpwstr>Classified as Microsoft Confidential</vt:lpwstr>
  </property>
  <property fmtid="{D5CDD505-2E9C-101B-9397-08002B2CF9AE}" pid="9" name="MediaServiceImageTags">
    <vt:lpwstr/>
  </property>
</Properties>
</file>